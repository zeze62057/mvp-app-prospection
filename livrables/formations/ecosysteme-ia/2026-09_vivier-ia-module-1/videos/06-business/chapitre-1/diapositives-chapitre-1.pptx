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plan. Tout s'anime seul à l'ouverture. Première vidéo de la section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0:10. Un clic par carte (3 clics).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0:25. La phrase apparaît seule, puis un clic pour l'appui.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1:39. Un clic par carte (2 clics).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1:56. Le titre apparaît seul. Puis un clic par point, et un dernier clic pour l'annonce.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6 · CHAPITRE 1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une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livraison client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livrer vraiment, pas juste envoyer un lien.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dimensions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5843016" y="5166360"/>
            <a:ext cx="34747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point le plus négligé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80644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vérification réelle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DIMENSIONS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suffisante seule</a:t>
            </a:r>
            <a:endParaRPr lang="en-US" sz="3000" dirty="0"/>
          </a:p>
        </p:txBody>
      </p:sp>
      <p:sp>
        <p:nvSpPr>
          <p:cNvPr id="5" name="s2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2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2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Fonctionnel</a:t>
            </a:r>
            <a:endParaRPr lang="en-US" sz="2000" dirty="0"/>
          </a:p>
        </p:txBody>
      </p:sp>
      <p:sp>
        <p:nvSpPr>
          <p:cNvPr id="8" name="s2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Testé en conditions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réelles.</a:t>
            </a:r>
            <a:endParaRPr lang="en-US" sz="1500" dirty="0"/>
          </a:p>
        </p:txBody>
      </p:sp>
      <p:sp>
        <p:nvSpPr>
          <p:cNvPr id="9" name="s2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2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2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2000" dirty="0"/>
          </a:p>
        </p:txBody>
      </p:sp>
      <p:sp>
        <p:nvSpPr>
          <p:cNvPr id="12" name="s2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protégées,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clé exposée.</a:t>
            </a:r>
            <a:endParaRPr lang="en-US" sz="1500" dirty="0"/>
          </a:p>
        </p:txBody>
      </p:sp>
      <p:sp>
        <p:nvSpPr>
          <p:cNvPr id="13" name="s2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2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2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</a:t>
            </a:r>
            <a:endParaRPr lang="en-US" sz="2000" dirty="0"/>
          </a:p>
        </p:txBody>
      </p:sp>
      <p:sp>
        <p:nvSpPr>
          <p:cNvPr id="16" name="s2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autonome,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vous.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POINT LE PLUS NÉGLIGÉ</a:t>
            </a:r>
            <a:endParaRPr lang="en-US" sz="1300" dirty="0"/>
          </a:p>
        </p:txBody>
      </p:sp>
      <p:sp>
        <p:nvSpPr>
          <p:cNvPr id="4" name="s3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handoff,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la technique.</a:t>
            </a:r>
            <a:endParaRPr lang="en-US" sz="3600" dirty="0"/>
          </a:p>
        </p:txBody>
      </p:sp>
      <p:sp>
        <p:nvSpPr>
          <p:cNvPr id="5" name="s3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juge son sentiment d'autonomie, une fois que vous n'êtes plus là.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ALPHA CONSEIL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handoff, concrètement</a:t>
            </a:r>
            <a:endParaRPr lang="en-US" sz="3000" dirty="0"/>
          </a:p>
        </p:txBody>
      </p:sp>
      <p:sp>
        <p:nvSpPr>
          <p:cNvPr id="5" name="s4-c0-forme"/>
          <p:cNvSpPr/>
          <p:nvPr/>
        </p:nvSpPr>
        <p:spPr>
          <a:xfrm>
            <a:off x="812902" y="2377440"/>
            <a:ext cx="5100523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4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4-c0-titre"/>
          <p:cNvSpPr txBox="1"/>
          <p:nvPr/>
        </p:nvSpPr>
        <p:spPr>
          <a:xfrm>
            <a:off x="1087222" y="3383280"/>
            <a:ext cx="45518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guide</a:t>
            </a:r>
            <a:endParaRPr lang="en-US" sz="2000" dirty="0"/>
          </a:p>
        </p:txBody>
      </p:sp>
      <p:sp>
        <p:nvSpPr>
          <p:cNvPr id="8" name="s4-c0-texte"/>
          <p:cNvSpPr txBox="1"/>
          <p:nvPr/>
        </p:nvSpPr>
        <p:spPr>
          <a:xfrm>
            <a:off x="1087222" y="4480560"/>
            <a:ext cx="45518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consulter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dashboard.</a:t>
            </a:r>
            <a:endParaRPr lang="en-US" sz="1500" dirty="0"/>
          </a:p>
        </p:txBody>
      </p:sp>
      <p:sp>
        <p:nvSpPr>
          <p:cNvPr id="9" name="s4-c1-forme"/>
          <p:cNvSpPr/>
          <p:nvPr/>
        </p:nvSpPr>
        <p:spPr>
          <a:xfrm>
            <a:off x="6279185" y="2377440"/>
            <a:ext cx="5100523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4-c1-num"/>
          <p:cNvSpPr txBox="1"/>
          <p:nvPr/>
        </p:nvSpPr>
        <p:spPr>
          <a:xfrm>
            <a:off x="6553505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4-c1-titre"/>
          <p:cNvSpPr txBox="1"/>
          <p:nvPr/>
        </p:nvSpPr>
        <p:spPr>
          <a:xfrm>
            <a:off x="6553505" y="3383280"/>
            <a:ext cx="45518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contact</a:t>
            </a:r>
            <a:endParaRPr lang="en-US" sz="2000" dirty="0"/>
          </a:p>
        </p:txBody>
      </p:sp>
      <p:sp>
        <p:nvSpPr>
          <p:cNvPr id="12" name="s4-c1-texte"/>
          <p:cNvSpPr txBox="1"/>
          <p:nvPr/>
        </p:nvSpPr>
        <p:spPr>
          <a:xfrm>
            <a:off x="6553505" y="4480560"/>
            <a:ext cx="45518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Clair, en cas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problème.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5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Livrer, c'est trois choses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la fois.</a:t>
            </a:r>
            <a:endParaRPr lang="en-US" sz="3000" dirty="0"/>
          </a:p>
        </p:txBody>
      </p:sp>
      <p:sp>
        <p:nvSpPr>
          <p:cNvPr id="5" name="s5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Fonctionnement, sécurité, handoff : les trois ensemble.</a:t>
            </a:r>
            <a:endParaRPr lang="en-US" sz="2200" dirty="0"/>
          </a:p>
        </p:txBody>
      </p:sp>
      <p:sp>
        <p:nvSpPr>
          <p:cNvPr id="6" name="s5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handoff mal fait peut gâcher un travail techniquement réussi.</a:t>
            </a:r>
            <a:endParaRPr lang="en-US" sz="2200" dirty="0"/>
          </a:p>
        </p:txBody>
      </p:sp>
      <p:sp>
        <p:nvSpPr>
          <p:cNvPr id="7" name="s5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checklist systématique évite d'oublier une étape.</a:t>
            </a:r>
            <a:endParaRPr lang="en-US" sz="2200" dirty="0"/>
          </a:p>
        </p:txBody>
      </p:sp>
      <p:sp>
        <p:nvSpPr>
          <p:cNvPr id="8" name="s5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maintenir et faire évoluer un projet dans le temps.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Préparer une livraison client</dc:title>
  <dc:subject>Vivier IA, Module 1, section 6, chapitre 1</dc:subject>
  <dc:creator>Zézé Bilivogui</dc:creator>
  <cp:lastModifiedBy>Zézé Bilivogui</cp:lastModifiedBy>
  <cp:revision>1</cp:revision>
  <dcterms:created xsi:type="dcterms:W3CDTF">2026-09-22T20:58:57Z</dcterms:created>
  <dcterms:modified xsi:type="dcterms:W3CDTF">2026-09-22T20:58:57Z</dcterms:modified>
</cp:coreProperties>
</file>