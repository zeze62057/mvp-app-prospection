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Dernière vidéo de la section 6 et du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0:12.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0:29.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0:44.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2:02. La phrase apparaît seule, puis un clic pour l'appui, repris mot pour mot du signal de passage de la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2:20. Le titre apparaît seul. Puis un clic par point, et un dernier clic pour l'annonce de la section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6 · CHAPITRE 4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bibliothèque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starters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réutilisables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transformer un projet livré en actif réutilisable.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qu'est un starter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L'intérêt économique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L'INTÉRÊT ÉCONOMIQUE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starter grandit,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projet similaire va plus vite.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marge augmente, sans baisser le prix facturé au client.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DISCIPLINE NÉCESSAIRE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Généraliser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copier 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confidentielles.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quel besoin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adapté.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Maintenir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jour dans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 RÉEL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starter qui grandit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de générateurs d'audit IA sectoriels.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SECTEUR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à construire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scoring,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 rapport.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SECTEURS SUIVANTS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fraction du temps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existe déjà,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l'adaptation.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SECTION 6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signal de passage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section suivante.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checklist de livraison testée, et une idée concrète de starter réutilisable.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projet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enrichit votre arsenal.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starter est une base réutilisable, testée et documentée.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bibliothèque grandit, plus la marge augmente.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Généraliser toujours sans exposer d'informations confidentielles.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section : les Hacks et vidéos bonus.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Construire votre bibliothèque de starters réutilisables</dc:title>
  <dc:subject>Vivier IA, Module 1, section 6, chapitre 4</dc:subject>
  <dc:creator>Zézé Bilivogui</dc:creator>
  <cp:lastModifiedBy>Zézé Bilivogui</cp:lastModifiedBy>
  <cp:revision>1</cp:revision>
  <dcterms:created xsi:type="dcterms:W3CDTF">2026-09-23T05:45:06Z</dcterms:created>
  <dcterms:modified xsi:type="dcterms:W3CDTF">2026-09-23T05:45:06Z</dcterms:modified>
</cp:coreProperties>
</file>