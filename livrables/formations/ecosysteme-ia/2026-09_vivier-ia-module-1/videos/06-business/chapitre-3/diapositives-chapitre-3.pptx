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0:15. Un clic par carte (4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0:31.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0:48.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1:06.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1:24.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6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Vendre, oui.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pas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n'importe quoi.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vendre sans promettre au-delà du réalisable.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vend bien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éviter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règle de fond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VEND BIEN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catégories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livrés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applications,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automatisations.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3546043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3820363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3820363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ciblés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3820363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l'IA apporte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vraie valeur.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6279185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6553505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6553505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accompagnement.</a:t>
            </a:r>
            <a:endParaRPr lang="en-US" sz="1500" dirty="0"/>
          </a:p>
        </p:txBody>
      </p:sp>
      <p:sp>
        <p:nvSpPr>
          <p:cNvPr id="17" name="s2-c3-forme"/>
          <p:cNvSpPr/>
          <p:nvPr/>
        </p:nvSpPr>
        <p:spPr>
          <a:xfrm>
            <a:off x="9012326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8" name="s2-c3-num"/>
          <p:cNvSpPr txBox="1"/>
          <p:nvPr/>
        </p:nvSpPr>
        <p:spPr>
          <a:xfrm>
            <a:off x="92866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s2-c3-titre"/>
          <p:cNvSpPr txBox="1"/>
          <p:nvPr/>
        </p:nvSpPr>
        <p:spPr>
          <a:xfrm>
            <a:off x="9286646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2000" dirty="0"/>
          </a:p>
        </p:txBody>
      </p:sp>
      <p:sp>
        <p:nvSpPr>
          <p:cNvPr id="20" name="s2-c3-texte"/>
          <p:cNvSpPr txBox="1"/>
          <p:nvPr/>
        </p:nvSpPr>
        <p:spPr>
          <a:xfrm>
            <a:off x="9286646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projets déjà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existants.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ÉVITER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pièges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Garanties intenables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Claude Code 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pas tenir seul.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irréalistes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"L'IA fait tout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instantanément".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flou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cadré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amont.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COMPARAISON CONCRÈTE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Risquée ou tenable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l'automatisation d'un service client.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PROMESSE RISQUÉE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instantané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aucune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supervision.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PROMESSE TENABLE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Progressif et testé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Supervisé, puis élargi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résultats.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RÈGLE DE FOND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Vendre ce que la méthode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réellement de livrer.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Particulièrement important auprès de grands comptes : la confiance se perd vite au premier engagement non tenu.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Fiable et régulier,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exagéré.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complets, audits ciblés, formation, maintenance récurrente.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promettre au-delà de ce que la méthode garantit.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se construit sur la fiabilité tenue, pas les promesses.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construire votre bibliothèque de starters réutilisables.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que vous pouvez vendre (et ce que vous ne devriez pas)</dc:title>
  <dc:subject>Vivier IA, Module 1, section 6, chapitre 3</dc:subject>
  <dc:creator>Zézé Bilivogui</dc:creator>
  <cp:lastModifiedBy>Zézé Bilivogui</cp:lastModifiedBy>
  <cp:revision>1</cp:revision>
  <dcterms:created xsi:type="dcterms:W3CDTF">2026-09-23T05:28:56Z</dcterms:created>
  <dcterms:modified xsi:type="dcterms:W3CDTF">2026-09-23T05:28:56Z</dcterms:modified>
</cp:coreProperties>
</file>