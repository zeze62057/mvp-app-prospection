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les trois réflexes face à une erreur, un exemple, puis pourquoi tester tôt coûte moins cher.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0:19. La phrase apparaît seule. Clic à « Ce n'est pas un échec de la méthode » : le texte d'appui. Il serait illusoire de vouloir éviter toute erreur.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0:41 (lire le message en entier, clic 1), 1:05 (isoler, clic 2), 1:25 (diagnostiquer, clic 3). Un clic au début de chaque paragraphe.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1:47. Un clic par réflexe (3 clics). La console est l'endroit où s'affichent les erreurs. Un correctif rapide masquerait le symptôme sans régler la vraie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2:28. Clic 1 à « un bug détecté et corrigé pendant la construction » : la carte de gauche. Clic 2 à « un projet livré à un client » : la carte de droite. En production : en ligne, utilisé par le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3:00. Le titre apparaît seul. Puis un clic par point, et un dernier clic pour l'annonce de la prochaine vidéo (section 3, chapitre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2 · CHAPITRE 4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ça casse,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debugger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vérifier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réagir efficacement face à une erreur.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réflexes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403336" y="4526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tôt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RÉFLEXE À AVOIR, PAS LA PEUR À ÉVITER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erreur n'est pas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échec de 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méthode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une étape normale : on apprend à y réagir.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À UNE ERREUR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étapes, dans cet ordre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 message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entier : pas seulement la première ligne, ni un résumé.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Isoler le problème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Partout, ou seulement dans un cas précis ? Cela évite de chercher au mauvais endroit.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Diagnostiquer avant de corriger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cause, pour ne pas masquer le symptôme.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L'EXEMPLE : LE PROJET FIL ROUGE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formulaire qui refuse les bons e-mails</a:t>
            </a:r>
            <a:endParaRPr lang="en-US" sz="2800" dirty="0"/>
          </a:p>
        </p:txBody>
      </p:sp>
      <p:sp>
        <p:nvSpPr>
          <p:cNvPr id="5" name="s4-l0-cadre"/>
          <p:cNvSpPr/>
          <p:nvPr/>
        </p:nvSpPr>
        <p:spPr>
          <a:xfrm>
            <a:off x="1463040" y="212140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6" name="s4-l0-num"/>
          <p:cNvSpPr txBox="1"/>
          <p:nvPr/>
        </p:nvSpPr>
        <p:spPr>
          <a:xfrm>
            <a:off x="812902" y="22219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4-l0-etiquette"/>
          <p:cNvSpPr txBox="1"/>
          <p:nvPr/>
        </p:nvSpPr>
        <p:spPr>
          <a:xfrm>
            <a:off x="1600200" y="2176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 message d'erreur complet</a:t>
            </a:r>
            <a:endParaRPr lang="en-US" sz="1600" dirty="0"/>
          </a:p>
        </p:txBody>
      </p:sp>
      <p:sp>
        <p:nvSpPr>
          <p:cNvPr id="8" name="s4-l0-detail"/>
          <p:cNvSpPr txBox="1"/>
          <p:nvPr/>
        </p:nvSpPr>
        <p:spPr>
          <a:xfrm>
            <a:off x="1600200" y="2468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de la console, pas seulement « ça marche pas ».</a:t>
            </a:r>
            <a:endParaRPr lang="en-US" sz="1800" dirty="0"/>
          </a:p>
        </p:txBody>
      </p:sp>
      <p:sp>
        <p:nvSpPr>
          <p:cNvPr id="9" name="s4-l1-cadre"/>
          <p:cNvSpPr/>
          <p:nvPr/>
        </p:nvSpPr>
        <p:spPr>
          <a:xfrm>
            <a:off x="1463040" y="331012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0" name="s4-l1-num"/>
          <p:cNvSpPr txBox="1"/>
          <p:nvPr/>
        </p:nvSpPr>
        <p:spPr>
          <a:xfrm>
            <a:off x="812902" y="341071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4-l1-etiquette"/>
          <p:cNvSpPr txBox="1"/>
          <p:nvPr/>
        </p:nvSpPr>
        <p:spPr>
          <a:xfrm>
            <a:off x="1600200" y="3364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</a:t>
            </a:r>
            <a:endParaRPr lang="en-US" sz="1600" dirty="0"/>
          </a:p>
        </p:txBody>
      </p:sp>
      <p:sp>
        <p:nvSpPr>
          <p:cNvPr id="12" name="s4-l1-detail"/>
          <p:cNvSpPr txBox="1"/>
          <p:nvPr/>
        </p:nvSpPr>
        <p:spPr>
          <a:xfrm>
            <a:off x="160020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e-mails, ou certains formats, par exemple avec un « + » ?</a:t>
            </a:r>
            <a:endParaRPr lang="en-US" sz="1800" dirty="0"/>
          </a:p>
        </p:txBody>
      </p:sp>
      <p:sp>
        <p:nvSpPr>
          <p:cNvPr id="13" name="s4-l2-cadre"/>
          <p:cNvSpPr/>
          <p:nvPr/>
        </p:nvSpPr>
        <p:spPr>
          <a:xfrm>
            <a:off x="1463040" y="449884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4" name="s4-l2-num"/>
          <p:cNvSpPr txBox="1"/>
          <p:nvPr/>
        </p:nvSpPr>
        <p:spPr>
          <a:xfrm>
            <a:off x="812902" y="45994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4-l2-etiquette"/>
          <p:cNvSpPr txBox="1"/>
          <p:nvPr/>
        </p:nvSpPr>
        <p:spPr>
          <a:xfrm>
            <a:off x="1600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avant de corriger</a:t>
            </a:r>
            <a:endParaRPr lang="en-US" sz="1600" dirty="0"/>
          </a:p>
        </p:txBody>
      </p:sp>
      <p:sp>
        <p:nvSpPr>
          <p:cNvPr id="16" name="s4-l2-detail"/>
          <p:cNvSpPr txBox="1"/>
          <p:nvPr/>
        </p:nvSpPr>
        <p:spPr>
          <a:xfrm>
            <a:off x="160020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de validation, avant de la corriger à l'aveugle.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TESTER TÔT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tôt coûte moins cher que tard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étape du workflow Plan, Execute, Validate.</a:t>
            </a:r>
            <a:endParaRPr lang="en-US" sz="1800" dirty="0"/>
          </a:p>
        </p:txBody>
      </p:sp>
      <p:sp>
        <p:nvSpPr>
          <p:cNvPr id="6" name="s5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5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PENDANT LA CONSTRUCTION</a:t>
            </a:r>
            <a:endParaRPr lang="en-US" sz="1300" dirty="0"/>
          </a:p>
        </p:txBody>
      </p:sp>
      <p:sp>
        <p:nvSpPr>
          <p:cNvPr id="8" name="s5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corrigé tôt</a:t>
            </a:r>
            <a:endParaRPr lang="en-US" sz="2400" dirty="0"/>
          </a:p>
        </p:txBody>
      </p:sp>
      <p:sp>
        <p:nvSpPr>
          <p:cNvPr id="9" name="s5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coûteux.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décisions structurelles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restent modifiables.</a:t>
            </a:r>
            <a:endParaRPr lang="en-US" sz="1700" dirty="0"/>
          </a:p>
        </p:txBody>
      </p:sp>
      <p:sp>
        <p:nvSpPr>
          <p:cNvPr id="10" name="s5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5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FOIS EN PRODUCTION</a:t>
            </a:r>
            <a:endParaRPr lang="en-US" sz="1300" dirty="0"/>
          </a:p>
        </p:txBody>
      </p:sp>
      <p:sp>
        <p:nvSpPr>
          <p:cNvPr id="12" name="s5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casse</a:t>
            </a:r>
            <a:endParaRPr lang="en-US" sz="2400" dirty="0"/>
          </a:p>
        </p:txBody>
      </p:sp>
      <p:sp>
        <p:nvSpPr>
          <p:cNvPr id="13" name="s5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plus cher, surtout en confiance.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complet, problème isolé,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diagnostiquée.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le message d'erreur complet, jamais un résumé.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avant de corriger : partout, ou cas précis ?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la cause réelle, pas seulement le symptôme.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premiers pas, outils principaux et permissions.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Quand ça casse, debugger et vérifier</dc:title>
  <dc:subject>Vivier IA, Module 1, section 2, chapitre 4</dc:subject>
  <dc:creator>Zézé Bilivogui</dc:creator>
  <cp:lastModifiedBy>Zézé Bilivogui</cp:lastModifiedBy>
  <cp:revision>1</cp:revision>
  <dcterms:created xsi:type="dcterms:W3CDTF">2026-09-21T08:20:32Z</dcterms:created>
  <dcterms:modified xsi:type="dcterms:W3CDTF">2026-09-21T08:20:32Z</dcterms:modified>
</cp:coreProperties>
</file>