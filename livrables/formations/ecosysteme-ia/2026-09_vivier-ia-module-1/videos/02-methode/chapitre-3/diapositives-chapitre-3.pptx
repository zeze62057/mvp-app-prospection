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 : les trois temps, un exemple sur le projet fil rouge, puis l'application en direct sur un petit site. Tout s'anime tout seul à l'ouverture de la diapositive.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0:20. La ligne est déjà visible. Clic à « qui se répètent à chaque tâche » : la phrase finale.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Moments du script : 0:29 (Plan, clic 1), 1:00 (Execute, clic 2), 1:24 (Validate, clic 3). Un clic au début de chaque paragraphe.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1:44. La ligne est déjà visible. Clic à « Plutôt que d'affirmer que le code semble correct » : la phrase finale. Le plan : quels champs, quelle validation, où stocker. Le test : Playwright ouvre le formulaire et le remplit (outil vu en section 5). Ensuite, la démonstration se fait dans VS Code, sans diapositive.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7:14. Clic 1 à « Premier raccourci » : sauter le Plan. Clic 2 à « Second raccourci » : sauter Validate.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7:40. La phrase apparaît seule. Clic à « Pour une petite tâche » : le texte d'appui.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8:04. Le titre apparaît seul. Puis un clic par point, et un dernier clic pour l'annonce de la prochaine vidéo (section 2, chapitre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2 · CHAPITRE 3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workflow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Execute,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dérouler les trois temps sur une vraie tâche.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trois temps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8494776" y="4526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exemple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1663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direct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STRUCTURE CENTRALE DE L'AGENTIC CODING</a:t>
            </a:r>
            <a:endParaRPr lang="en-US" sz="1300" dirty="0"/>
          </a:p>
        </p:txBody>
      </p:sp>
      <p:sp>
        <p:nvSpPr>
          <p:cNvPr id="4" name="s2-r0-etiquette"/>
          <p:cNvSpPr txBox="1"/>
          <p:nvPr/>
        </p:nvSpPr>
        <p:spPr>
          <a:xfrm>
            <a:off x="812902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TEMPS</a:t>
            </a:r>
            <a:endParaRPr lang="en-US" sz="1300" dirty="0"/>
          </a:p>
        </p:txBody>
      </p:sp>
      <p:sp>
        <p:nvSpPr>
          <p:cNvPr id="5" name="s2-r0-b0"/>
          <p:cNvSpPr/>
          <p:nvPr/>
        </p:nvSpPr>
        <p:spPr>
          <a:xfrm>
            <a:off x="812902" y="1874520"/>
            <a:ext cx="1737360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2200" dirty="0"/>
          </a:p>
        </p:txBody>
      </p:sp>
      <p:sp>
        <p:nvSpPr>
          <p:cNvPr id="6" name="s2-r0-f0"/>
          <p:cNvSpPr/>
          <p:nvPr/>
        </p:nvSpPr>
        <p:spPr>
          <a:xfrm>
            <a:off x="2778862" y="214884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7" name="s2-r0-b1"/>
          <p:cNvSpPr/>
          <p:nvPr/>
        </p:nvSpPr>
        <p:spPr>
          <a:xfrm>
            <a:off x="3738982" y="1874520"/>
            <a:ext cx="2377440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2200" dirty="0"/>
          </a:p>
        </p:txBody>
      </p:sp>
      <p:sp>
        <p:nvSpPr>
          <p:cNvPr id="8" name="s2-r0-f1"/>
          <p:cNvSpPr/>
          <p:nvPr/>
        </p:nvSpPr>
        <p:spPr>
          <a:xfrm>
            <a:off x="6345022" y="214884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9" name="s2-r0-b2"/>
          <p:cNvSpPr/>
          <p:nvPr/>
        </p:nvSpPr>
        <p:spPr>
          <a:xfrm>
            <a:off x="7305142" y="1874520"/>
            <a:ext cx="2377440" cy="914400"/>
          </a:xfrm>
          <a:prstGeom prst="roundRect">
            <a:avLst>
              <a:gd name="adj" fmla="val 15000"/>
            </a:avLst>
          </a:prstGeom>
          <a:solidFill>
            <a:srgbClr val="2B8C82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2200" dirty="0"/>
          </a:p>
        </p:txBody>
      </p:sp>
      <p:sp>
        <p:nvSpPr>
          <p:cNvPr id="10" name="s2-phrase"/>
          <p:cNvSpPr txBox="1"/>
          <p:nvPr/>
        </p:nvSpPr>
        <p:spPr>
          <a:xfrm>
            <a:off x="812902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chaque tâche, </a:t>
            </a:r>
            <a:pPr indent="0" marL="0">
              <a:buNone/>
            </a:pPr>
            <a:r>
              <a:rPr lang="en-US" sz="28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petite ou grande</a:t>
            </a:r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EXECUTE, VALIDATE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fait chaque temps</a:t>
            </a:r>
            <a:endParaRPr lang="en-US" sz="3000" dirty="0"/>
          </a:p>
        </p:txBody>
      </p:sp>
      <p:sp>
        <p:nvSpPr>
          <p:cNvPr id="5" name="s3-c0-forme"/>
          <p:cNvSpPr/>
          <p:nvPr/>
        </p:nvSpPr>
        <p:spPr>
          <a:xfrm>
            <a:off x="812902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3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3-c0-titre"/>
          <p:cNvSpPr txBox="1"/>
          <p:nvPr/>
        </p:nvSpPr>
        <p:spPr>
          <a:xfrm>
            <a:off x="1087222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2000" dirty="0"/>
          </a:p>
        </p:txBody>
      </p:sp>
      <p:sp>
        <p:nvSpPr>
          <p:cNvPr id="8" name="s3-c0-texte"/>
          <p:cNvSpPr txBox="1"/>
          <p:nvPr/>
        </p:nvSpPr>
        <p:spPr>
          <a:xfrm>
            <a:off x="1087222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Poser les étapes avant d'agir. Une erreur repérée ici se corrige en quelques secondes.</a:t>
            </a:r>
            <a:endParaRPr lang="en-US" sz="1500" dirty="0"/>
          </a:p>
        </p:txBody>
      </p:sp>
      <p:sp>
        <p:nvSpPr>
          <p:cNvPr id="9" name="s3-c1-forme"/>
          <p:cNvSpPr/>
          <p:nvPr/>
        </p:nvSpPr>
        <p:spPr>
          <a:xfrm>
            <a:off x="4457090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3-c1-num"/>
          <p:cNvSpPr txBox="1"/>
          <p:nvPr/>
        </p:nvSpPr>
        <p:spPr>
          <a:xfrm>
            <a:off x="473141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3-c1-titre"/>
          <p:cNvSpPr txBox="1"/>
          <p:nvPr/>
        </p:nvSpPr>
        <p:spPr>
          <a:xfrm>
            <a:off x="4731410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2000" dirty="0"/>
          </a:p>
        </p:txBody>
      </p:sp>
      <p:sp>
        <p:nvSpPr>
          <p:cNvPr id="12" name="s3-c1-texte"/>
          <p:cNvSpPr txBox="1"/>
          <p:nvPr/>
        </p:nvSpPr>
        <p:spPr>
          <a:xfrm>
            <a:off x="4731410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Réaliser les étapes, une à une.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visible,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le plus décisif.</a:t>
            </a:r>
            <a:endParaRPr lang="en-US" sz="1500" dirty="0"/>
          </a:p>
        </p:txBody>
      </p:sp>
      <p:sp>
        <p:nvSpPr>
          <p:cNvPr id="13" name="s3-c2-forme"/>
          <p:cNvSpPr/>
          <p:nvPr/>
        </p:nvSpPr>
        <p:spPr>
          <a:xfrm>
            <a:off x="8101279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3-c2-num"/>
          <p:cNvSpPr txBox="1"/>
          <p:nvPr/>
        </p:nvSpPr>
        <p:spPr>
          <a:xfrm>
            <a:off x="8375599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3-c2-titre"/>
          <p:cNvSpPr txBox="1"/>
          <p:nvPr/>
        </p:nvSpPr>
        <p:spPr>
          <a:xfrm>
            <a:off x="8375599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2000" dirty="0"/>
          </a:p>
        </p:txBody>
      </p:sp>
      <p:sp>
        <p:nvSpPr>
          <p:cNvPr id="16" name="s3-c2-texte"/>
          <p:cNvSpPr txBox="1"/>
          <p:nvPr/>
        </p:nvSpPr>
        <p:spPr>
          <a:xfrm>
            <a:off x="8375599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le résultat correspond à l'objectif posé au départ.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L'EXEMPLE : LE PROJET FIL ROUGE</a:t>
            </a:r>
            <a:endParaRPr lang="en-US" sz="1300" dirty="0"/>
          </a:p>
        </p:txBody>
      </p:sp>
      <p:sp>
        <p:nvSpPr>
          <p:cNvPr id="4" name="s4-r0-etiquette"/>
          <p:cNvSpPr txBox="1"/>
          <p:nvPr/>
        </p:nvSpPr>
        <p:spPr>
          <a:xfrm>
            <a:off x="812902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FORMULAIRE D'INTAKE</a:t>
            </a:r>
            <a:endParaRPr lang="en-US" sz="1300" dirty="0"/>
          </a:p>
        </p:txBody>
      </p:sp>
      <p:sp>
        <p:nvSpPr>
          <p:cNvPr id="5" name="s4-r0-b0"/>
          <p:cNvSpPr/>
          <p:nvPr/>
        </p:nvSpPr>
        <p:spPr>
          <a:xfrm>
            <a:off x="812902" y="1874520"/>
            <a:ext cx="2135981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plan</a:t>
            </a:r>
            <a:endParaRPr lang="en-US" sz="2200" dirty="0"/>
          </a:p>
        </p:txBody>
      </p:sp>
      <p:sp>
        <p:nvSpPr>
          <p:cNvPr id="6" name="s4-r0-f0"/>
          <p:cNvSpPr/>
          <p:nvPr/>
        </p:nvSpPr>
        <p:spPr>
          <a:xfrm>
            <a:off x="3177483" y="214884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7" name="s4-r0-b1"/>
          <p:cNvSpPr/>
          <p:nvPr/>
        </p:nvSpPr>
        <p:spPr>
          <a:xfrm>
            <a:off x="4016873" y="1874520"/>
            <a:ext cx="3450431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construction</a:t>
            </a:r>
            <a:endParaRPr lang="en-US" sz="2200" dirty="0"/>
          </a:p>
        </p:txBody>
      </p:sp>
      <p:sp>
        <p:nvSpPr>
          <p:cNvPr id="8" name="s4-r0-f1"/>
          <p:cNvSpPr/>
          <p:nvPr/>
        </p:nvSpPr>
        <p:spPr>
          <a:xfrm>
            <a:off x="7695905" y="214884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9" name="s4-r0-b2"/>
          <p:cNvSpPr/>
          <p:nvPr/>
        </p:nvSpPr>
        <p:spPr>
          <a:xfrm>
            <a:off x="8535295" y="1874520"/>
            <a:ext cx="2793206" cy="914400"/>
          </a:xfrm>
          <a:prstGeom prst="roundRect">
            <a:avLst>
              <a:gd name="adj" fmla="val 15000"/>
            </a:avLst>
          </a:prstGeom>
          <a:solidFill>
            <a:srgbClr val="2B8C82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test réel</a:t>
            </a:r>
            <a:endParaRPr lang="en-US" sz="2200" dirty="0"/>
          </a:p>
        </p:txBody>
      </p:sp>
      <p:sp>
        <p:nvSpPr>
          <p:cNvPr id="10" name="s4-phrase"/>
          <p:cNvSpPr txBox="1"/>
          <p:nvPr/>
        </p:nvSpPr>
        <p:spPr>
          <a:xfrm>
            <a:off x="812902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vrai test, pas seulement une </a:t>
            </a:r>
            <a:pPr indent="0" marL="0">
              <a:buNone/>
            </a:pPr>
            <a:r>
              <a:rPr lang="en-US" sz="28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relecture</a:t>
            </a:r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DEUX RACCOURCIS DANGEREUX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même risque, deux façons d'y tomber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un problème bien plus tard, au pire moment.</a:t>
            </a:r>
            <a:endParaRPr lang="en-US" sz="1800" dirty="0"/>
          </a:p>
        </p:txBody>
      </p:sp>
      <p:sp>
        <p:nvSpPr>
          <p:cNvPr id="6" name="s5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5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RACCOURCI 1</a:t>
            </a:r>
            <a:endParaRPr lang="en-US" sz="1300" dirty="0"/>
          </a:p>
        </p:txBody>
      </p:sp>
      <p:sp>
        <p:nvSpPr>
          <p:cNvPr id="8" name="s5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Sauter le Plan</a:t>
            </a:r>
            <a:endParaRPr lang="en-US" sz="2400" dirty="0"/>
          </a:p>
        </p:txBody>
      </p:sp>
      <p:sp>
        <p:nvSpPr>
          <p:cNvPr id="9" name="s5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Foncer dans l'exécution,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semble plus rapide.</a:t>
            </a:r>
            <a:endParaRPr lang="en-US" sz="1700" dirty="0"/>
          </a:p>
        </p:txBody>
      </p:sp>
      <p:sp>
        <p:nvSpPr>
          <p:cNvPr id="10" name="s5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5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RACCOURCI 2</a:t>
            </a:r>
            <a:endParaRPr lang="en-US" sz="1300" dirty="0"/>
          </a:p>
        </p:txBody>
      </p:sp>
      <p:sp>
        <p:nvSpPr>
          <p:cNvPr id="12" name="s5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Sauter Validate</a:t>
            </a:r>
            <a:endParaRPr lang="en-US" sz="2400" dirty="0"/>
          </a:p>
        </p:txBody>
      </p:sp>
      <p:sp>
        <p:nvSpPr>
          <p:cNvPr id="13" name="s5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Croire que « c'est fait » veut dire « c'est correct ».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TOUTE TAILLE DE TÂCHE</a:t>
            </a:r>
            <a:endParaRPr lang="en-US" sz="1300" dirty="0"/>
          </a:p>
        </p:txBody>
      </p:sp>
      <p:sp>
        <p:nvSpPr>
          <p:cNvPr id="4" name="s6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principe est le même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toutes les échelles</a:t>
            </a:r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600" dirty="0"/>
          </a:p>
        </p:txBody>
      </p:sp>
      <p:sp>
        <p:nvSpPr>
          <p:cNvPr id="5" name="s6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la durée change : une phrase mentale, ou un vrai temps dédié.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7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Planifier, exécuter,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valider. À chaque tâche.</a:t>
            </a:r>
            <a:endParaRPr lang="en-US" sz="3000" dirty="0"/>
          </a:p>
        </p:txBody>
      </p:sp>
      <p:sp>
        <p:nvSpPr>
          <p:cNvPr id="5" name="s7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avant d'agir : on corrige tôt, donc pas cher.</a:t>
            </a:r>
            <a:endParaRPr lang="en-US" sz="2200" dirty="0"/>
          </a:p>
        </p:txBody>
      </p:sp>
      <p:sp>
        <p:nvSpPr>
          <p:cNvPr id="6" name="s7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 : le travail réel, par étapes.</a:t>
            </a:r>
            <a:endParaRPr lang="en-US" sz="2200" dirty="0"/>
          </a:p>
        </p:txBody>
      </p:sp>
      <p:sp>
        <p:nvSpPr>
          <p:cNvPr id="7" name="s7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 : jamais de « c'est fait » sans vérification.</a:t>
            </a:r>
            <a:endParaRPr lang="en-US" sz="2200" dirty="0"/>
          </a:p>
        </p:txBody>
      </p:sp>
      <p:sp>
        <p:nvSpPr>
          <p:cNvPr id="8" name="s7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quand ça casse, debugger et vérifier.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workflow Plan, Execute, Validate</dc:title>
  <dc:subject>Vivier IA, Module 1, section 2, chapitre 3</dc:subject>
  <dc:creator>Zézé Bilivogui</dc:creator>
  <cp:lastModifiedBy>Zézé Bilivogui</cp:lastModifiedBy>
  <cp:revision>1</cp:revision>
  <dcterms:created xsi:type="dcterms:W3CDTF">2026-09-21T08:16:44Z</dcterms:created>
  <dcterms:modified xsi:type="dcterms:W3CDTF">2026-09-21T08:16:44Z</dcterms:modified>
</cp:coreProperties>
</file>