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 Vibe Coding, l'Agentic Coding, ce qui les sépare et ce que cela change.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0:20. La phrase apparaît seule. Clic à « Les confondre mène à des projets fragiles » : le texte d'appui. Rappeler que beaucoup de démonstrations vues en ligne relèvent du Vibe Coding (point 3 de la section 2 du script).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0:40 (définition du Vibe Coding, la diapositive est affichée sans les cartes) puis 1:12 (les trois risques, un clic par carte). Le Vibe Coding marche très bien pour un prototype jetable ou une démonstration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1:47. La ligne est déjà visible. Clic à « Est-ce plus lent ? » : la phrase finale. On évite les retours en arrière coûteux.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2:24. Clic 1 au début de l'exemple : la carte « Tester une idée ». Clic 2 à « Mais livrer ce même audit » : la carte « Livrer à un client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3:06. La phrase apparaît seule. Clic à « Deux personnes avec exactement le même Claude Code » : le texte d'appui.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3:38. Le titre apparaît seul. Puis un clic par point, et un dernier clic pour l'annonce de la prochaine vidéo (section 2, chapitre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2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Vibe Coding,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vraie différence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distinguer deux façons de coder avec l'IA.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Vibe Coding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03336" y="45262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L'Agentic Coding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change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 DE DÉPART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façons de travailler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une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code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confondre mène à des projets fragiles.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VIBE CODING : SANS PLAN, À L'INSTINCT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risques sur un vrai projet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cohérence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fonctionnalités ajoutées séparément peuvent se contredire.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sensible peut être exposée sans décision consciente.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maintenabilité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semaines plus tard, plus personne ne sait pourquoi.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L'AGENTIC CODING : LA DISCIPLINE DERRIÈRE L'OUTIL</a:t>
            </a:r>
            <a:endParaRPr lang="en-US" sz="1300" dirty="0"/>
          </a:p>
        </p:txBody>
      </p:sp>
      <p:sp>
        <p:nvSpPr>
          <p:cNvPr id="4" name="s4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UN CADRE POSÉ EN AMONT</a:t>
            </a:r>
            <a:endParaRPr lang="en-US" sz="1300" dirty="0"/>
          </a:p>
        </p:txBody>
      </p:sp>
      <p:sp>
        <p:nvSpPr>
          <p:cNvPr id="5" name="s4-r0-b0"/>
          <p:cNvSpPr/>
          <p:nvPr/>
        </p:nvSpPr>
        <p:spPr>
          <a:xfrm>
            <a:off x="812902" y="1874520"/>
            <a:ext cx="3650043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clair</a:t>
            </a:r>
            <a:endParaRPr lang="en-US" sz="2200" dirty="0"/>
          </a:p>
        </p:txBody>
      </p:sp>
      <p:sp>
        <p:nvSpPr>
          <p:cNvPr id="6" name="s4-r0-f0"/>
          <p:cNvSpPr/>
          <p:nvPr/>
        </p:nvSpPr>
        <p:spPr>
          <a:xfrm>
            <a:off x="4691545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4-r0-b1"/>
          <p:cNvSpPr/>
          <p:nvPr/>
        </p:nvSpPr>
        <p:spPr>
          <a:xfrm>
            <a:off x="5592720" y="1874520"/>
            <a:ext cx="165121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200" dirty="0"/>
          </a:p>
        </p:txBody>
      </p:sp>
      <p:sp>
        <p:nvSpPr>
          <p:cNvPr id="8" name="s4-r0-f1"/>
          <p:cNvSpPr/>
          <p:nvPr/>
        </p:nvSpPr>
        <p:spPr>
          <a:xfrm>
            <a:off x="7472530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4-r0-b2"/>
          <p:cNvSpPr/>
          <p:nvPr/>
        </p:nvSpPr>
        <p:spPr>
          <a:xfrm>
            <a:off x="8373705" y="1874520"/>
            <a:ext cx="2954797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Validations</a:t>
            </a:r>
            <a:endParaRPr lang="en-US" sz="2200" dirty="0"/>
          </a:p>
        </p:txBody>
      </p:sp>
      <p:sp>
        <p:nvSpPr>
          <p:cNvPr id="10" name="s4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lent au début,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beaucoup plus rapide ensuite</a:t>
            </a:r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L'EXEMPLE CONCRET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outil, deux disciplines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idée de landing page pour un audit IA dans le BTP.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UNE IDÉE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 à l'instinct pour voir vite le rendu : légitime.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LIVRER À UN CLIENT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clair, plan validé, vérification réelle.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IMPLIQUE POUR VOUS</a:t>
            </a:r>
            <a:endParaRPr lang="en-US" sz="1300" dirty="0"/>
          </a:p>
        </p:txBody>
      </p:sp>
      <p:sp>
        <p:nvSpPr>
          <p:cNvPr id="4" name="s6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discipline fait la différence,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l'outil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6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Claude Code peut produire un résultat solide ou bancal.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7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pour tester,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pour livrer.</a:t>
            </a:r>
            <a:endParaRPr lang="en-US" sz="3000" dirty="0"/>
          </a:p>
        </p:txBody>
      </p:sp>
      <p:sp>
        <p:nvSpPr>
          <p:cNvPr id="5" name="s7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 : rapide, sans structure, dangereux pour livrer.</a:t>
            </a:r>
            <a:endParaRPr lang="en-US" sz="2200" dirty="0"/>
          </a:p>
        </p:txBody>
      </p:sp>
      <p:sp>
        <p:nvSpPr>
          <p:cNvPr id="6" name="s7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 : objectif clair, plan, vérification.</a:t>
            </a:r>
            <a:endParaRPr lang="en-US" sz="2200" dirty="0"/>
          </a:p>
        </p:txBody>
      </p:sp>
      <p:sp>
        <p:nvSpPr>
          <p:cNvPr id="7" name="s7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discipline fait la différence, pas l'outil.</a:t>
            </a:r>
            <a:endParaRPr lang="en-US" sz="2200" dirty="0"/>
          </a:p>
        </p:txBody>
      </p:sp>
      <p:sp>
        <p:nvSpPr>
          <p:cNvPr id="8" name="s7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l'art de donner des instructions à Claude Code.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Coding vs Vibe Coding, la vraie différence</dc:title>
  <dc:subject>Vivier IA, Module 1, section 2, chapitre 1</dc:subject>
  <dc:creator>Zézé Bilivogui</dc:creator>
  <cp:lastModifiedBy>Zézé Bilivogui</cp:lastModifiedBy>
  <cp:revision>1</cp:revision>
  <dcterms:created xsi:type="dcterms:W3CDTF">2026-09-21T08:00:01Z</dcterms:created>
  <dcterms:modified xsi:type="dcterms:W3CDTF">2026-09-21T08:00:01Z</dcterms:modified>
</cp:coreProperties>
</file>