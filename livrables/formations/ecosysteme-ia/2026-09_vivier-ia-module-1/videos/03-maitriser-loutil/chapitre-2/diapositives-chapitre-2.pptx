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ce que CLAUDE.md résout, ce qu'on y met, comment le créer, pourquoi il doit rester vivant.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0:19. La phrase apparaît seule. Clic à « Il résout un problème très concret » : le texte d'appui. Réexpliquer est fastidieux et source d'oublis.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0:37. Un clic par élément (4 clics). La structure du projet, dans ses grandes lignes, est aussi citée à l'oral avec les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0:59. Un clic par étape (3 clics). Ensuite, la démonstration (création puis mise à jour du CLAUDE.md) se fait dans VS Code, sans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4:31. Clic 1 : « Figé ». Clic 2 : « Vivant ». Rappeler l'exemple du nom de client qui change : il faut aussi relire les fichiers déjà produits.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5:10. La phrase apparaît seule. Clic à « C'est la mémoire institutionnelle » : le texte d'appui. Cohérence sur des semaines ou des mois, avec plusieurs sessions et parfois plusieurs personnes.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5:37. Le titre apparaît seul. Puis un clic par point, et un dernier clic pour l'annonce de la prochaine vidéo (section 3, chapitre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3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cerveau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votre projet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donner à Claude Code une mémoire de votre projet.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résout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494776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y met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créer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CE FICHIER RÉSOUT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lui, il faut tout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réexpliquer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chaque session.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le lit automatiquement au début de chaque session.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Y MET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permanent du projet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client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l'utilisateur ou le client.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3546043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3820363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3820363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3820363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sert le projet.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6279185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6553505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6553505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style, et grandes lignes de la structure.</a:t>
            </a:r>
            <a:endParaRPr lang="en-US" sz="1500" dirty="0"/>
          </a:p>
        </p:txBody>
      </p:sp>
      <p:sp>
        <p:nvSpPr>
          <p:cNvPr id="17" name="s3-c3-forme"/>
          <p:cNvSpPr/>
          <p:nvPr/>
        </p:nvSpPr>
        <p:spPr>
          <a:xfrm>
            <a:off x="9012326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8" name="s3-c3-num"/>
          <p:cNvSpPr txBox="1"/>
          <p:nvPr/>
        </p:nvSpPr>
        <p:spPr>
          <a:xfrm>
            <a:off x="9286646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s3-c3-titre"/>
          <p:cNvSpPr txBox="1"/>
          <p:nvPr/>
        </p:nvSpPr>
        <p:spPr>
          <a:xfrm>
            <a:off x="9286646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sensibles</a:t>
            </a:r>
            <a:endParaRPr lang="en-US" sz="2000" dirty="0"/>
          </a:p>
        </p:txBody>
      </p:sp>
      <p:sp>
        <p:nvSpPr>
          <p:cNvPr id="20" name="s3-c3-texte"/>
          <p:cNvSpPr txBox="1"/>
          <p:nvPr/>
        </p:nvSpPr>
        <p:spPr>
          <a:xfrm>
            <a:off x="9286646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ne modifie pas sans validation.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étapes, sans configuration</a:t>
            </a:r>
            <a:endParaRPr lang="en-US" sz="2800" dirty="0"/>
          </a:p>
        </p:txBody>
      </p:sp>
      <p:sp>
        <p:nvSpPr>
          <p:cNvPr id="5" name="s4-l0-cadre"/>
          <p:cNvSpPr/>
          <p:nvPr/>
        </p:nvSpPr>
        <p:spPr>
          <a:xfrm>
            <a:off x="1463040" y="212140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6" name="s4-l0-num"/>
          <p:cNvSpPr txBox="1"/>
          <p:nvPr/>
        </p:nvSpPr>
        <p:spPr>
          <a:xfrm>
            <a:off x="812902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4-l0-etiquette"/>
          <p:cNvSpPr txBox="1"/>
          <p:nvPr/>
        </p:nvSpPr>
        <p:spPr>
          <a:xfrm>
            <a:off x="160020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fichier</a:t>
            </a:r>
            <a:endParaRPr lang="en-US" sz="1600" dirty="0"/>
          </a:p>
        </p:txBody>
      </p:sp>
      <p:sp>
        <p:nvSpPr>
          <p:cNvPr id="8" name="s4-l0-detail"/>
          <p:cNvSpPr txBox="1"/>
          <p:nvPr/>
        </p:nvSpPr>
        <p:spPr>
          <a:xfrm>
            <a:off x="160020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texte nommé CLAUDE.md, à la racine du projet.</a:t>
            </a:r>
            <a:endParaRPr lang="en-US" sz="1800" dirty="0"/>
          </a:p>
        </p:txBody>
      </p:sp>
      <p:sp>
        <p:nvSpPr>
          <p:cNvPr id="9" name="s4-l1-cadre"/>
          <p:cNvSpPr/>
          <p:nvPr/>
        </p:nvSpPr>
        <p:spPr>
          <a:xfrm>
            <a:off x="1463040" y="331012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0" name="s4-l1-num"/>
          <p:cNvSpPr txBox="1"/>
          <p:nvPr/>
        </p:nvSpPr>
        <p:spPr>
          <a:xfrm>
            <a:off x="812902" y="34107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4-l1-etiquette"/>
          <p:cNvSpPr txBox="1"/>
          <p:nvPr/>
        </p:nvSpPr>
        <p:spPr>
          <a:xfrm>
            <a:off x="1600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éditeur</a:t>
            </a:r>
            <a:endParaRPr lang="en-US" sz="1600" dirty="0"/>
          </a:p>
        </p:txBody>
      </p:sp>
      <p:sp>
        <p:nvSpPr>
          <p:cNvPr id="12" name="s4-l1-detail"/>
          <p:cNvSpPr txBox="1"/>
          <p:nvPr/>
        </p:nvSpPr>
        <p:spPr>
          <a:xfrm>
            <a:off x="160020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lequel suffit, y compris VS Code.</a:t>
            </a:r>
            <a:endParaRPr lang="en-US" sz="1800" dirty="0"/>
          </a:p>
        </p:txBody>
      </p:sp>
      <p:sp>
        <p:nvSpPr>
          <p:cNvPr id="13" name="s4-l2-cadre"/>
          <p:cNvSpPr/>
          <p:nvPr/>
        </p:nvSpPr>
        <p:spPr>
          <a:xfrm>
            <a:off x="1463040" y="449884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4" name="s4-l2-num"/>
          <p:cNvSpPr txBox="1"/>
          <p:nvPr/>
        </p:nvSpPr>
        <p:spPr>
          <a:xfrm>
            <a:off x="812902" y="4599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4-l2-etiquette"/>
          <p:cNvSpPr txBox="1"/>
          <p:nvPr/>
        </p:nvSpPr>
        <p:spPr>
          <a:xfrm>
            <a:off x="1600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configurer</a:t>
            </a:r>
            <a:endParaRPr lang="en-US" sz="1600" dirty="0"/>
          </a:p>
        </p:txBody>
      </p:sp>
      <p:sp>
        <p:nvSpPr>
          <p:cNvPr id="16" name="s4-l2-detail"/>
          <p:cNvSpPr txBox="1"/>
          <p:nvPr/>
        </p:nvSpPr>
        <p:spPr>
          <a:xfrm>
            <a:off x="16002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le lit automatiquement au démarrage de chaque session.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DOCUMENT VIVANT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Figé, il perd sa valeur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refléter la réalité actuelle du projet.</a:t>
            </a:r>
            <a:endParaRPr lang="en-US" sz="1800" dirty="0"/>
          </a:p>
        </p:txBody>
      </p:sp>
      <p:sp>
        <p:nvSpPr>
          <p:cNvPr id="6" name="s5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5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FIGÉ</a:t>
            </a:r>
            <a:endParaRPr lang="en-US" sz="1300" dirty="0"/>
          </a:p>
        </p:txBody>
      </p:sp>
      <p:sp>
        <p:nvSpPr>
          <p:cNvPr id="8" name="s5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Rédigé une fois</a:t>
            </a:r>
            <a:endParaRPr lang="en-US" sz="2400" dirty="0"/>
          </a:p>
        </p:txBody>
      </p:sp>
      <p:sp>
        <p:nvSpPr>
          <p:cNvPr id="9" name="s5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retouché, il ne reflète plus le projet.</a:t>
            </a:r>
            <a:endParaRPr lang="en-US" sz="1700" dirty="0"/>
          </a:p>
        </p:txBody>
      </p:sp>
      <p:sp>
        <p:nvSpPr>
          <p:cNvPr id="10" name="s5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5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VIVANT</a:t>
            </a:r>
            <a:endParaRPr lang="en-US" sz="1300" dirty="0"/>
          </a:p>
        </p:txBody>
      </p:sp>
      <p:sp>
        <p:nvSpPr>
          <p:cNvPr id="12" name="s5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 à jour</a:t>
            </a:r>
            <a:endParaRPr lang="en-US" sz="2400" dirty="0"/>
          </a:p>
        </p:txBody>
      </p:sp>
      <p:sp>
        <p:nvSpPr>
          <p:cNvPr id="13" name="s5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Corrigé, enrichi, au fil du projet.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DÉCISIF SUR LA DURÉE</a:t>
            </a:r>
            <a:endParaRPr lang="en-US" sz="1300" dirty="0"/>
          </a:p>
        </p:txBody>
      </p:sp>
      <p:sp>
        <p:nvSpPr>
          <p:cNvPr id="4" name="s6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la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institutionnelle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projet.</a:t>
            </a:r>
            <a:endParaRPr lang="en-US" sz="3600" dirty="0"/>
          </a:p>
        </p:txBody>
      </p:sp>
      <p:sp>
        <p:nvSpPr>
          <p:cNvPr id="5" name="s6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Indépendante de la mémoire d'une conversation précise.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7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lu à chaque session,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qui reste cohérent.</a:t>
            </a:r>
            <a:endParaRPr lang="en-US" sz="3000" dirty="0"/>
          </a:p>
        </p:txBody>
      </p:sp>
      <p:sp>
        <p:nvSpPr>
          <p:cNvPr id="5" name="s7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automatiquement au début de chaque session.</a:t>
            </a:r>
            <a:endParaRPr lang="en-US" sz="2200" dirty="0"/>
          </a:p>
        </p:txBody>
      </p:sp>
      <p:sp>
        <p:nvSpPr>
          <p:cNvPr id="6" name="s7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permanent, pas les instructions ponctuelles.</a:t>
            </a:r>
            <a:endParaRPr lang="en-US" sz="2200" dirty="0"/>
          </a:p>
        </p:txBody>
      </p:sp>
      <p:sp>
        <p:nvSpPr>
          <p:cNvPr id="7" name="s7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vivant, jamais figé.</a:t>
            </a:r>
            <a:endParaRPr lang="en-US" sz="2200" dirty="0"/>
          </a:p>
        </p:txBody>
      </p:sp>
      <p:sp>
        <p:nvSpPr>
          <p:cNvPr id="8" name="s7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Skills et Slash Commands, vos raccourcis.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CLAUDE.md, le cerveau de votre projet</dc:title>
  <dc:subject>Vivier IA, Module 1, section 3, chapitre 2</dc:subject>
  <dc:creator>Zézé Bilivogui</dc:creator>
  <cp:lastModifiedBy>Zézé Bilivogui</cp:lastModifiedBy>
  <cp:revision>1</cp:revision>
  <dcterms:created xsi:type="dcterms:W3CDTF">2026-09-21T08:37:18Z</dcterms:created>
  <dcterms:modified xsi:type="dcterms:W3CDTF">2026-09-21T08:37:18Z</dcterms:modified>
</cp:coreProperties>
</file>