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 Dernière vidéo de la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0:15. Un clic par carte (3 clics). Mêmes principes que tout le module : cadrer, structurer, vérifier.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0:34. Titre seul, sans clic. Centraliser le suivi dans un seul système piloté par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2:01. Un clic par ligne (2 clics). Pas de démonstration en direct dans cette vidéo, les prompts sont prêts dans la 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2:21. La phrase apparaît seule, puis un clic pour l'appui, repris mot pour mot du signal de passage de la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2:39. Le titre apparaît seul. Puis un clic par point, et un dernier clic pour l'annonce de la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4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votre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propre business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piloter votre activité, pas seulement vos clients.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Compta, processus, KPIs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les angles morts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démonstration réelle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PERMET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usages concrets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Facturation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cohérent,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activité.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 à partir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votre historique.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Prospects, conversions,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ACTIVITÉS EN PARALLÈLE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l'angle mort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séparé cache les décrochages.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SÉPARÉ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 mort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activité décroche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que vous le voyiez.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CENTRALISÉ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passe inaperçu,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gagnez du temps.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ALLER PLUS LOIN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autres prompts de votre fiche</a:t>
            </a:r>
            <a:endParaRPr lang="en-US" sz="2800" dirty="0"/>
          </a:p>
        </p:txBody>
      </p:sp>
      <p:sp>
        <p:nvSpPr>
          <p:cNvPr id="5" name="s4-l0-cadre"/>
          <p:cNvSpPr/>
          <p:nvPr/>
        </p:nvSpPr>
        <p:spPr>
          <a:xfrm>
            <a:off x="1463040" y="212140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6" name="s4-l0-num"/>
          <p:cNvSpPr txBox="1"/>
          <p:nvPr/>
        </p:nvSpPr>
        <p:spPr>
          <a:xfrm>
            <a:off x="812902" y="22219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4-l0-etiquette"/>
          <p:cNvSpPr txBox="1"/>
          <p:nvPr/>
        </p:nvSpPr>
        <p:spPr>
          <a:xfrm>
            <a:off x="1600200" y="2176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KPIs</a:t>
            </a:r>
            <a:endParaRPr lang="en-US" sz="1600" dirty="0"/>
          </a:p>
        </p:txBody>
      </p:sp>
      <p:sp>
        <p:nvSpPr>
          <p:cNvPr id="8" name="s4-l0-detail"/>
          <p:cNvSpPr txBox="1"/>
          <p:nvPr/>
        </p:nvSpPr>
        <p:spPr>
          <a:xfrm>
            <a:off x="160020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hebdomadaire par activité : prospects, RDV, propositions, clients signés.</a:t>
            </a:r>
            <a:endParaRPr lang="en-US" sz="1800" dirty="0"/>
          </a:p>
        </p:txBody>
      </p:sp>
      <p:sp>
        <p:nvSpPr>
          <p:cNvPr id="9" name="s4-l1-cadre"/>
          <p:cNvSpPr/>
          <p:nvPr/>
        </p:nvSpPr>
        <p:spPr>
          <a:xfrm>
            <a:off x="1463040" y="3310128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2B8C82"/>
            </a:solidFill>
            <a:prstDash val="solid"/>
          </a:ln>
        </p:spPr>
      </p:sp>
      <p:sp>
        <p:nvSpPr>
          <p:cNvPr id="10" name="s4-l1-num"/>
          <p:cNvSpPr txBox="1"/>
          <p:nvPr/>
        </p:nvSpPr>
        <p:spPr>
          <a:xfrm>
            <a:off x="812902" y="34107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4-l1-etiquette"/>
          <p:cNvSpPr txBox="1"/>
          <p:nvPr/>
        </p:nvSpPr>
        <p:spPr>
          <a:xfrm>
            <a:off x="1600200" y="3364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d'activité</a:t>
            </a:r>
            <a:endParaRPr lang="en-US" sz="1600" dirty="0"/>
          </a:p>
        </p:txBody>
      </p:sp>
      <p:sp>
        <p:nvSpPr>
          <p:cNvPr id="12" name="s4-l1-detail"/>
          <p:cNvSpPr txBox="1"/>
          <p:nvPr/>
        </p:nvSpPr>
        <p:spPr>
          <a:xfrm>
            <a:off x="160020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depuis votre historique, avec un point d'attention si une activité stagne.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SECTION 4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signal de passage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section suivante.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second brain fonctionnel sur une de vos activités réelles, rechargeable avec un prompt comme « lis mes fichiers de contexte et résume où j'en suis ».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business,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piloté comme un projet.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structure suivi comptable, processus et KPIs.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principes de cadrage et vérification s'appliquent.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plusieurs activités évite les angles morts.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section : le fullstack, votre projet fil rouge.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Gérer votre propre business</dc:title>
  <dc:subject>Vivier IA, Module 1, section 4, chapitre 3</dc:subject>
  <dc:creator>Zézé Bilivogui</dc:creator>
  <cp:lastModifiedBy>Zézé Bilivogui</cp:lastModifiedBy>
  <cp:revision>1</cp:revision>
  <dcterms:created xsi:type="dcterms:W3CDTF">2026-09-22T16:56:41Z</dcterms:created>
  <dcterms:modified xsi:type="dcterms:W3CDTF">2026-09-22T16:56:41Z</dcterms:modified>
</cp:coreProperties>
</file>