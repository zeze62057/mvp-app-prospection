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Tout s'anime seul à l'ouverture. Deuxième vidéo de la 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0:17. Titre seul, sans clic. Le client jugera autant la clarté de la présentation que la qualité brute du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0:34. Un clic par carte (3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0:51.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3:06. La phrase apparaît seule, puis un clic pour l'appui, qui rappelle le "à faire" de la 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3:26. Le titre apparaît seul. Puis un clic par point, et un dernier clic pour l'annonce de la prochaine vidéo (section 4, chapitre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4 · CHAPITRE 2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vos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professionnels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livrer un produit ET sa présentation.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34747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qu'un livrable inclut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rôle de Claude Code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37490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démonstrations réelles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AU-DELÀ DU PRODUIT TECHNIQUE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client juge aussi la forme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livrable ne se limite pas au code qui fonctionne.</a:t>
            </a:r>
            <a:endParaRPr lang="en-US" sz="1800" dirty="0"/>
          </a:p>
        </p:txBody>
      </p:sp>
      <p:sp>
        <p:nvSpPr>
          <p:cNvPr id="6" name="s2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2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SEUL</a:t>
            </a:r>
            <a:endParaRPr lang="en-US" sz="1300" dirty="0"/>
          </a:p>
        </p:txBody>
      </p:sp>
      <p:sp>
        <p:nvSpPr>
          <p:cNvPr id="8" name="s2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Jugé sur le code</a:t>
            </a:r>
            <a:endParaRPr lang="en-US" sz="2400" dirty="0"/>
          </a:p>
        </p:txBody>
      </p:sp>
      <p:sp>
        <p:nvSpPr>
          <p:cNvPr id="9" name="s2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qualité invisible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dirigeant non technique.</a:t>
            </a:r>
            <a:endParaRPr lang="en-US" sz="1700" dirty="0"/>
          </a:p>
        </p:txBody>
      </p:sp>
      <p:sp>
        <p:nvSpPr>
          <p:cNvPr id="10" name="s2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2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PRODUIT ET PRÉSENTATION</a:t>
            </a:r>
            <a:endParaRPr lang="en-US" sz="1300" dirty="0"/>
          </a:p>
        </p:txBody>
      </p:sp>
      <p:sp>
        <p:nvSpPr>
          <p:cNvPr id="12" name="s2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Jugé sur les deux</a:t>
            </a:r>
            <a:endParaRPr lang="en-US" sz="2400" dirty="0"/>
          </a:p>
        </p:txBody>
      </p:sp>
      <p:sp>
        <p:nvSpPr>
          <p:cNvPr id="13" name="s2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claire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valeur expliquée simplement.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ÉLÉMENTS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contient un bon livrable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produit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site, automatisation.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documentation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Claire, pour une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autonome.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valeur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Exprimée en langage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technique.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RÔLE DE CLAUDE CODE</a:t>
            </a:r>
            <a:endParaRPr lang="en-US" sz="1300" dirty="0"/>
          </a:p>
        </p:txBody>
      </p:sp>
      <p:sp>
        <p:nvSpPr>
          <p:cNvPr id="4" name="s4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génère la documentation.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soin de présentation reste humain.</a:t>
            </a:r>
            <a:endParaRPr lang="en-US" sz="3600" dirty="0"/>
          </a:p>
        </p:txBody>
      </p:sp>
      <p:sp>
        <p:nvSpPr>
          <p:cNvPr id="5" name="s4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Particulièrement vrai pour un cabinet de conseil qui vise de grands comptes.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EXERCICE</a:t>
            </a:r>
            <a:endParaRPr lang="en-US" sz="1300" dirty="0"/>
          </a:p>
        </p:txBody>
      </p:sp>
      <p:sp>
        <p:nvSpPr>
          <p:cNvPr id="4" name="s5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Reprenez un de vos livrables,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reformulez-le pour un client non technique.</a:t>
            </a:r>
            <a:endParaRPr lang="en-US" sz="3600" dirty="0"/>
          </a:p>
        </p:txBody>
      </p:sp>
      <p:sp>
        <p:nvSpPr>
          <p:cNvPr id="5" name="s5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venez de faire le "à faire" de cette section : une documentation client non technique.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produit et sa présentation,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deux comptent.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livrable, c'est le produit ET sa présentation.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claire, plus une valeur exprimée simplement.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forme compte d'autant plus face à un client grand compte.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gérer votre propre business avec Claude Code.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Préparer vos livrables professionnels</dc:title>
  <dc:subject>Vivier IA, Module 1, section 4, chapitre 2</dc:subject>
  <dc:creator>Zézé Bilivogui</dc:creator>
  <cp:lastModifiedBy>Zézé Bilivogui</cp:lastModifiedBy>
  <cp:revision>1</cp:revision>
  <dcterms:created xsi:type="dcterms:W3CDTF">2026-09-22T16:48:16Z</dcterms:created>
  <dcterms:modified xsi:type="dcterms:W3CDTF">2026-09-22T16:48:16Z</dcterms:modified>
</cp:coreProperties>
</file>