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ce qu'est un second brain, pourquoi ça compte au-delà du gain de temps, et sa mise en place en direct. Tout s'anime seul à l'ouverture. Première vidéo de la section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0:17. Titre seul, sans clic sur cette diapositive. Claude Code garde en mémoire le contexte de l'activité, les objectifs, l'historique des décisions.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0:36. Un clic par carte (3 clics). Une seule commande, en début de session, recharge tout ça d'un coup, plutôt que de tout réexpliquer.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1:00. La phrase apparaît seule, puis un clic pour l'appui. Particulièrement précieux avec plusieurs activités en parallèle.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1:25. Clic 1 : la carte « Noté une fois ». Clic 2 : la carte « Retrouvable toujours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3:51. Le titre apparaît seul. Puis un clic par point, et un dernier clic pour l'annonce de la prochaine vidéo (section 4, chapitre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4 · CHAPITRE 1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Brain,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organiser son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quotidien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mettre en place un second brain réel.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c'est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8129016" y="452628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ça compte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16636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second brain réel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AU-DELÀ DES PROJETS CLIENTS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outil d'organisation personnelle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second cerveau, pas seulement un outil de code.</a:t>
            </a:r>
            <a:endParaRPr lang="en-US" sz="1800" dirty="0"/>
          </a:p>
        </p:txBody>
      </p:sp>
      <p:sp>
        <p:nvSpPr>
          <p:cNvPr id="6" name="s2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2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SECOND BRAIN</a:t>
            </a:r>
            <a:endParaRPr lang="en-US" sz="1300" dirty="0"/>
          </a:p>
        </p:txBody>
      </p:sp>
      <p:sp>
        <p:nvSpPr>
          <p:cNvPr id="8" name="s2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reconstruire</a:t>
            </a:r>
            <a:endParaRPr lang="en-US" sz="2400" dirty="0"/>
          </a:p>
        </p:txBody>
      </p:sp>
      <p:sp>
        <p:nvSpPr>
          <p:cNvPr id="9" name="s2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Réexpliquer le contexte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nouvelle session.</a:t>
            </a:r>
            <a:endParaRPr lang="en-US" sz="1700" dirty="0"/>
          </a:p>
        </p:txBody>
      </p:sp>
      <p:sp>
        <p:nvSpPr>
          <p:cNvPr id="10" name="s2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2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UN SECOND BRAIN</a:t>
            </a:r>
            <a:endParaRPr lang="en-US" sz="1300" dirty="0"/>
          </a:p>
        </p:txBody>
      </p:sp>
      <p:sp>
        <p:nvSpPr>
          <p:cNvPr id="12" name="s2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mémoire centralisée</a:t>
            </a:r>
            <a:endParaRPr lang="en-US" sz="2400" dirty="0"/>
          </a:p>
        </p:txBody>
      </p:sp>
      <p:sp>
        <p:nvSpPr>
          <p:cNvPr id="13" name="s2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objectifs et historique,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accessibles.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FICHIERS COMPLÉMENTAIRES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mécanisme simple</a:t>
            </a:r>
            <a:endParaRPr lang="en-US" sz="3000" dirty="0"/>
          </a:p>
        </p:txBody>
      </p:sp>
      <p:sp>
        <p:nvSpPr>
          <p:cNvPr id="5" name="s3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3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3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vous êtes</a:t>
            </a:r>
            <a:endParaRPr lang="en-US" sz="2000" dirty="0"/>
          </a:p>
        </p:txBody>
      </p:sp>
      <p:sp>
        <p:nvSpPr>
          <p:cNvPr id="8" name="s3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collaborer avec vous.</a:t>
            </a:r>
            <a:endParaRPr lang="en-US" sz="1500" dirty="0"/>
          </a:p>
        </p:txBody>
      </p:sp>
      <p:sp>
        <p:nvSpPr>
          <p:cNvPr id="9" name="s3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3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3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contexte</a:t>
            </a:r>
            <a:endParaRPr lang="en-US" sz="2000" dirty="0"/>
          </a:p>
        </p:txBody>
      </p:sp>
      <p:sp>
        <p:nvSpPr>
          <p:cNvPr id="12" name="s3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Objectifs, projets en cours.</a:t>
            </a:r>
            <a:endParaRPr lang="en-US" sz="1500" dirty="0"/>
          </a:p>
        </p:txBody>
      </p:sp>
      <p:sp>
        <p:nvSpPr>
          <p:cNvPr id="13" name="s3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3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3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historique</a:t>
            </a:r>
            <a:endParaRPr lang="en-US" sz="2000" dirty="0"/>
          </a:p>
        </p:txBody>
      </p:sp>
      <p:sp>
        <p:nvSpPr>
          <p:cNvPr id="16" name="s3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fait et décidé.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L'INTÉRÊT RÉEL</a:t>
            </a:r>
            <a:endParaRPr lang="en-US" sz="1300" dirty="0"/>
          </a:p>
        </p:txBody>
      </p:sp>
      <p:sp>
        <p:nvSpPr>
          <p:cNvPr id="4" name="s4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continuité de la pensée,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seulement le temps gagné.</a:t>
            </a:r>
            <a:endParaRPr lang="en-US" sz="3600" dirty="0"/>
          </a:p>
        </p:txBody>
      </p:sp>
      <p:sp>
        <p:nvSpPr>
          <p:cNvPr id="5" name="s4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décision d'il y a trois semaines reste consultable, une incohérence peut être repérée.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EXEMPLE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Noté une fois, retrouvable toujours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ne dépend plus de la mémoire.</a:t>
            </a:r>
            <a:endParaRPr lang="en-US" sz="1800" dirty="0"/>
          </a:p>
        </p:txBody>
      </p:sp>
      <p:sp>
        <p:nvSpPr>
          <p:cNvPr id="6" name="s5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5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NOTÉ UNE FOIS</a:t>
            </a:r>
            <a:endParaRPr lang="en-US" sz="1300" dirty="0"/>
          </a:p>
        </p:txBody>
      </p:sp>
      <p:sp>
        <p:nvSpPr>
          <p:cNvPr id="8" name="s5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le journal</a:t>
            </a:r>
            <a:endParaRPr lang="en-US" sz="2400" dirty="0"/>
          </a:p>
        </p:txBody>
      </p:sp>
      <p:sp>
        <p:nvSpPr>
          <p:cNvPr id="9" name="s5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changement, une décision, à la date où elle a eu lieu.</a:t>
            </a:r>
            <a:endParaRPr lang="en-US" sz="1700" dirty="0"/>
          </a:p>
        </p:txBody>
      </p:sp>
      <p:sp>
        <p:nvSpPr>
          <p:cNvPr id="10" name="s5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5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RETROUVABLE TOUJOURS</a:t>
            </a:r>
            <a:endParaRPr lang="en-US" sz="1300" dirty="0"/>
          </a:p>
        </p:txBody>
      </p:sp>
      <p:sp>
        <p:nvSpPr>
          <p:cNvPr id="12" name="s5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mois plus tard</a:t>
            </a:r>
            <a:endParaRPr lang="en-US" sz="2400" dirty="0"/>
          </a:p>
        </p:txBody>
      </p:sp>
      <p:sp>
        <p:nvSpPr>
          <p:cNvPr id="13" name="s5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avoir à le réexpliquer de mémoire.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mémoire centralisée,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dans votre tête.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second brain centralise contexte, objectifs et historique.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évite de tout réexpliquer à chaque nouvelle session.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assure une continuité de la pensée dans le temps.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préparer vos livrables professionnels.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 Brain, organiser son quotidien</dc:title>
  <dc:subject>Vivier IA, Module 1, section 4, chapitre 1</dc:subject>
  <dc:creator>Zézé Bilivogui</dc:creator>
  <cp:lastModifiedBy>Zézé Bilivogui</cp:lastModifiedBy>
  <cp:revision>1</cp:revision>
  <dcterms:created xsi:type="dcterms:W3CDTF">2026-09-22T01:41:35Z</dcterms:created>
  <dcterms:modified xsi:type="dcterms:W3CDTF">2026-09-22T01:41:35Z</dcterms:modified>
</cp:coreProperties>
</file>