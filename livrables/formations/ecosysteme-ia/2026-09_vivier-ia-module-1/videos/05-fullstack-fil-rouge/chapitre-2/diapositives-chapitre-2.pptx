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0:13.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0:30. Un clic par carte (2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0:48. Un clic par carte (4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2:07.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2:21.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L'architecture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+ Claude Code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répartir un projet entre produit et automatisations.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briques complémentaires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logique de répartition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démonstration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BRIQUES COMPLÉMENTAIRES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et la plomberie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avec un rôle bien distinct.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logique métier,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automatisations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notifications,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synchronisations, IA en tâche de fond.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LOGIQUE DE RÉPARTITION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questions à se poser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par l'utilisateur ?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et maintenu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code.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6279185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6553505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Plomberie entre systèmes ?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6553505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 par n8n,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 et modifiable.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FORMULAIRE D'INTAKE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soumission</a:t>
            </a:r>
            <a:endParaRPr lang="en-US" sz="3000" dirty="0"/>
          </a:p>
        </p:txBody>
      </p:sp>
      <p:sp>
        <p:nvSpPr>
          <p:cNvPr id="5" name="s4-c0-forme"/>
          <p:cNvSpPr/>
          <p:nvPr/>
        </p:nvSpPr>
        <p:spPr>
          <a:xfrm>
            <a:off x="812902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4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4-c0-titre"/>
          <p:cNvSpPr txBox="1"/>
          <p:nvPr/>
        </p:nvSpPr>
        <p:spPr>
          <a:xfrm>
            <a:off x="1087222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email</a:t>
            </a:r>
            <a:endParaRPr lang="en-US" sz="2000" dirty="0"/>
          </a:p>
        </p:txBody>
      </p:sp>
      <p:sp>
        <p:nvSpPr>
          <p:cNvPr id="8" name="s4-c0-texte"/>
          <p:cNvSpPr txBox="1"/>
          <p:nvPr/>
        </p:nvSpPr>
        <p:spPr>
          <a:xfrm>
            <a:off x="1087222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 au prospect.</a:t>
            </a:r>
            <a:endParaRPr lang="en-US" sz="1500" dirty="0"/>
          </a:p>
        </p:txBody>
      </p:sp>
      <p:sp>
        <p:nvSpPr>
          <p:cNvPr id="9" name="s4-c1-forme"/>
          <p:cNvSpPr/>
          <p:nvPr/>
        </p:nvSpPr>
        <p:spPr>
          <a:xfrm>
            <a:off x="3546043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4-c1-num"/>
          <p:cNvSpPr txBox="1"/>
          <p:nvPr/>
        </p:nvSpPr>
        <p:spPr>
          <a:xfrm>
            <a:off x="3820363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4-c1-titre"/>
          <p:cNvSpPr txBox="1"/>
          <p:nvPr/>
        </p:nvSpPr>
        <p:spPr>
          <a:xfrm>
            <a:off x="3820363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2000" dirty="0"/>
          </a:p>
        </p:txBody>
      </p:sp>
      <p:sp>
        <p:nvSpPr>
          <p:cNvPr id="12" name="s4-c1-texte"/>
          <p:cNvSpPr txBox="1"/>
          <p:nvPr/>
        </p:nvSpPr>
        <p:spPr>
          <a:xfrm>
            <a:off x="3820363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ou votre équipe,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Slack.</a:t>
            </a:r>
            <a:endParaRPr lang="en-US" sz="1500" dirty="0"/>
          </a:p>
        </p:txBody>
      </p:sp>
      <p:sp>
        <p:nvSpPr>
          <p:cNvPr id="13" name="s4-c2-forme"/>
          <p:cNvSpPr/>
          <p:nvPr/>
        </p:nvSpPr>
        <p:spPr>
          <a:xfrm>
            <a:off x="6279185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4-c2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4-c2-titre"/>
          <p:cNvSpPr txBox="1"/>
          <p:nvPr/>
        </p:nvSpPr>
        <p:spPr>
          <a:xfrm>
            <a:off x="6553505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CRM</a:t>
            </a:r>
            <a:endParaRPr lang="en-US" sz="2000" dirty="0"/>
          </a:p>
        </p:txBody>
      </p:sp>
      <p:sp>
        <p:nvSpPr>
          <p:cNvPr id="16" name="s4-c2-texte"/>
          <p:cNvSpPr txBox="1"/>
          <p:nvPr/>
        </p:nvSpPr>
        <p:spPr>
          <a:xfrm>
            <a:off x="6553505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ajoutée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automatiquement.</a:t>
            </a:r>
            <a:endParaRPr lang="en-US" sz="1500" dirty="0"/>
          </a:p>
        </p:txBody>
      </p:sp>
      <p:sp>
        <p:nvSpPr>
          <p:cNvPr id="17" name="s4-c3-forme"/>
          <p:cNvSpPr/>
          <p:nvPr/>
        </p:nvSpPr>
        <p:spPr>
          <a:xfrm>
            <a:off x="9012326" y="2377440"/>
            <a:ext cx="2367382" cy="3566160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8" name="s4-c3-num"/>
          <p:cNvSpPr txBox="1"/>
          <p:nvPr/>
        </p:nvSpPr>
        <p:spPr>
          <a:xfrm>
            <a:off x="9286646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s4-c3-titre"/>
          <p:cNvSpPr txBox="1"/>
          <p:nvPr/>
        </p:nvSpPr>
        <p:spPr>
          <a:xfrm>
            <a:off x="9286646" y="3383280"/>
            <a:ext cx="18187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IA</a:t>
            </a:r>
            <a:endParaRPr lang="en-US" sz="2000" dirty="0"/>
          </a:p>
        </p:txBody>
      </p:sp>
      <p:sp>
        <p:nvSpPr>
          <p:cNvPr id="20" name="s4-c3-texte"/>
          <p:cNvSpPr txBox="1"/>
          <p:nvPr/>
        </p:nvSpPr>
        <p:spPr>
          <a:xfrm>
            <a:off x="9286646" y="4480560"/>
            <a:ext cx="18187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Chaud, tiède ou froid,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réponses.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C'EST ADAPTÉ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 grand compte ajuste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processus sans redéveloppement.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visuel s'ouvre et s'ajuste directement, sans toucher au code.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d'un côté,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plomberie de l'autre.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construit le produit, n8n orchestre les automatisations.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les deux facilite la maintenance future.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à des livraisons rapides, avec de l'évolutivité derrière.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MCP Playwright, votre navigateur au service du dev.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L'architecture fullstack n8n + Claude Code</dc:title>
  <dc:subject>Vivier IA, Module 1, section 5, chapitre 2</dc:subject>
  <dc:creator>Zézé Bilivogui</dc:creator>
  <cp:lastModifiedBy>Zézé Bilivogui</cp:lastModifiedBy>
  <cp:revision>1</cp:revision>
  <dcterms:created xsi:type="dcterms:W3CDTF">2026-09-22T17:09:17Z</dcterms:created>
  <dcterms:modified xsi:type="dcterms:W3CDTF">2026-09-22T17:09:17Z</dcterms:modified>
</cp:coreProperties>
</file>