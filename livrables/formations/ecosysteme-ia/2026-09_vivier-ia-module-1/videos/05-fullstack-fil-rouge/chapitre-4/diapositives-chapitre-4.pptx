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0:14.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0:31.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3:29. Le titre apparaît seul.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5 · CHAPITRE 4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Phase 1,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d'intake client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construire et tester la première brique.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enseigne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en premier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Execute, Validate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CETTE PHASE ENSEIGNE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choses en pratique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Cadrer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champs nécessaires,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plus ni moins.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 ressemble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un email.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vont les données,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ensuite.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CETTE BRIQUE EN PREMIER</a:t>
            </a:r>
            <a:endParaRPr lang="en-US" sz="1300" dirty="0"/>
          </a:p>
        </p:txBody>
      </p:sp>
      <p:sp>
        <p:nvSpPr>
          <p:cNvPr id="4" name="s3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Autonome, concrète,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représentative du module.</a:t>
            </a:r>
            <a:endParaRPr lang="en-US" sz="3600" dirty="0"/>
          </a:p>
        </p:txBody>
      </p:sp>
      <p:sp>
        <p:nvSpPr>
          <p:cNvPr id="5" name="s3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seule, résultat visible immédiatement, cadrage et validation comme partout ailleurs.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4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phase testée,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seulement codée.</a:t>
            </a:r>
            <a:endParaRPr lang="en-US" sz="3000" dirty="0"/>
          </a:p>
        </p:txBody>
      </p:sp>
      <p:sp>
        <p:nvSpPr>
          <p:cNvPr id="5" name="s4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point de contact structuré avec l'extérieur.</a:t>
            </a:r>
            <a:endParaRPr lang="en-US" sz="2200" dirty="0"/>
          </a:p>
        </p:txBody>
      </p:sp>
      <p:sp>
        <p:nvSpPr>
          <p:cNvPr id="6" name="s4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Cadrer, valider, connecter : les trois réflexes de cette phase.</a:t>
            </a:r>
            <a:endParaRPr lang="en-US" sz="2200" dirty="0"/>
          </a:p>
        </p:txBody>
      </p:sp>
      <p:sp>
        <p:nvSpPr>
          <p:cNvPr id="7" name="s4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Construite et testée avec Plan, Execute, Validate.</a:t>
            </a:r>
            <a:endParaRPr lang="en-US" sz="2200" dirty="0"/>
          </a:p>
        </p:txBody>
      </p:sp>
      <p:sp>
        <p:nvSpPr>
          <p:cNvPr id="8" name="s4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Phase 2, le dashboard de suivi.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Phase 1, formulaire d'intake client</dc:title>
  <dc:subject>Vivier IA, Module 1, section 5, chapitre 4</dc:subject>
  <dc:creator>Zézé Bilivogui</dc:creator>
  <cp:lastModifiedBy>Zézé Bilivogui</cp:lastModifiedBy>
  <cp:revision>1</cp:revision>
  <dcterms:created xsi:type="dcterms:W3CDTF">2026-09-22T17:22:07Z</dcterms:created>
  <dcterms:modified xsi:type="dcterms:W3CDTF">2026-09-22T17:22:07Z</dcterms:modified>
</cp:coreProperties>
</file>