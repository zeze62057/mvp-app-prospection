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0:12.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0:30.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1:52.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2:12. Un clic par carte (2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2:26.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3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Playwright,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navigateur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service du dev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tester réellement, pas seulement relire le code.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Playwright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changement pour Validate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démonstration réelle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PLAYWRIGHT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un navigateur,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 un utilisateur humain.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une page, cliquer, remplir un formulaire, vérifier ce qui s'affiche réellement.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CHANGEMENT DE NATURE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phase Validate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très différentes d'affirmer que ça marche.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PLAYWRIGHT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supposition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code semble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en le relisant ».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PLAYWRIGHT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observation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vérifié en ouvrant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réellement la page ».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LA DÉMONSTRATION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observé à l'écran,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« le code a l'air correct ».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valide chaque phase de build : le formulaire, le dashboard, la page de statut.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COMPÉTENCE TRANSVERSALE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de ce seul projet</a:t>
            </a:r>
            <a:endParaRPr lang="en-US" sz="3000" dirty="0"/>
          </a:p>
        </p:txBody>
      </p:sp>
      <p:sp>
        <p:nvSpPr>
          <p:cNvPr id="5" name="s5-c0-forme"/>
          <p:cNvSpPr/>
          <p:nvPr/>
        </p:nvSpPr>
        <p:spPr>
          <a:xfrm>
            <a:off x="812902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5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5-c0-titre"/>
          <p:cNvSpPr txBox="1"/>
          <p:nvPr/>
        </p:nvSpPr>
        <p:spPr>
          <a:xfrm>
            <a:off x="1087222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Transférable</a:t>
            </a:r>
            <a:endParaRPr lang="en-US" sz="2000" dirty="0"/>
          </a:p>
        </p:txBody>
      </p:sp>
      <p:sp>
        <p:nvSpPr>
          <p:cNvPr id="8" name="s5-c0-texte"/>
          <p:cNvSpPr txBox="1"/>
          <p:nvPr/>
        </p:nvSpPr>
        <p:spPr>
          <a:xfrm>
            <a:off x="1087222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 projet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interface.</a:t>
            </a:r>
            <a:endParaRPr lang="en-US" sz="1500" dirty="0"/>
          </a:p>
        </p:txBody>
      </p:sp>
      <p:sp>
        <p:nvSpPr>
          <p:cNvPr id="9" name="s5-c1-forme"/>
          <p:cNvSpPr/>
          <p:nvPr/>
        </p:nvSpPr>
        <p:spPr>
          <a:xfrm>
            <a:off x="6279185" y="2377440"/>
            <a:ext cx="5100523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5-c1-num"/>
          <p:cNvSpPr txBox="1"/>
          <p:nvPr/>
        </p:nvSpPr>
        <p:spPr>
          <a:xfrm>
            <a:off x="6553505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5-c1-titre"/>
          <p:cNvSpPr txBox="1"/>
          <p:nvPr/>
        </p:nvSpPr>
        <p:spPr>
          <a:xfrm>
            <a:off x="6553505" y="3383280"/>
            <a:ext cx="45518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majorité des livraisons</a:t>
            </a:r>
            <a:endParaRPr lang="en-US" sz="2000" dirty="0"/>
          </a:p>
        </p:txBody>
      </p:sp>
      <p:sp>
        <p:nvSpPr>
          <p:cNvPr id="12" name="s5-c1-texte"/>
          <p:cNvSpPr txBox="1"/>
          <p:nvPr/>
        </p:nvSpPr>
        <p:spPr>
          <a:xfrm>
            <a:off x="6553505" y="4480560"/>
            <a:ext cx="45518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cabinet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conseil.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réellement,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supposer.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pilote un vrai navigateur.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Connecté via MCP, Claude Code teste, sans supposer.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 risque de découvrir un problème trop tard.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Phase 1, le formulaire d'intake client.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Playwright, votre navigateur au service du dev</dc:title>
  <dc:subject>Vivier IA, Module 1, section 5, chapitre 3</dc:subject>
  <dc:creator>Zézé Bilivogui</dc:creator>
  <cp:lastModifiedBy>Zézé Bilivogui</cp:lastModifiedBy>
  <cp:revision>1</cp:revision>
  <dcterms:created xsi:type="dcterms:W3CDTF">2026-09-22T17:12:27Z</dcterms:created>
  <dcterms:modified xsi:type="dcterms:W3CDTF">2026-09-22T17:12:27Z</dcterms:modified>
</cp:coreProperties>
</file>