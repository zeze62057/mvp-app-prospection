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plan. Tout s'anime seul à l'ouverture. Dernière vidéo de la section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0:13. La phrase apparaît seule, puis un clic pour l'appui.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2:33. Un clic par carte (3 clics).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2:50. La phrase apparaît seule, puis un clic pour l'appui, repris mot pour mot du signal de passage de la section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3:04. Le titre apparaît seul. Puis un clic par point, et un dernier clic pour l'annonce de la section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5 · CHAPITRE 6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Phase 3,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de statut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livraison finale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fermer la boucle du projet fil rouge.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8346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dernière brique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5843016" y="516636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Fermer la boucle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806440"/>
            <a:ext cx="29260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livraison finale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CETTE PHASE FERME LA BOUCLE</a:t>
            </a:r>
            <a:endParaRPr lang="en-US" sz="1300" dirty="0"/>
          </a:p>
        </p:txBody>
      </p:sp>
      <p:sp>
        <p:nvSpPr>
          <p:cNvPr id="4" name="s2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Intake, dashboard, statut :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briques connectées.</a:t>
            </a:r>
            <a:endParaRPr lang="en-US" sz="3600" dirty="0"/>
          </a:p>
        </p:txBody>
      </p:sp>
      <p:sp>
        <p:nvSpPr>
          <p:cNvPr id="5" name="s2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saisies, suivies en interne, sont maintenant lisibles par la personne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extérieure concernée.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« LIVRAISON FINALE » VEUT DIRE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éléments, pas juste du code</a:t>
            </a:r>
            <a:endParaRPr lang="en-US" sz="3000" dirty="0"/>
          </a:p>
        </p:txBody>
      </p:sp>
      <p:sp>
        <p:nvSpPr>
          <p:cNvPr id="5" name="s3-c0-forme"/>
          <p:cNvSpPr/>
          <p:nvPr/>
        </p:nvSpPr>
        <p:spPr>
          <a:xfrm>
            <a:off x="812902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6" name="s3-c0-num"/>
          <p:cNvSpPr txBox="1"/>
          <p:nvPr/>
        </p:nvSpPr>
        <p:spPr>
          <a:xfrm>
            <a:off x="1087222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400" dirty="0"/>
          </a:p>
        </p:txBody>
      </p:sp>
      <p:sp>
        <p:nvSpPr>
          <p:cNvPr id="7" name="s3-c0-titre"/>
          <p:cNvSpPr txBox="1"/>
          <p:nvPr/>
        </p:nvSpPr>
        <p:spPr>
          <a:xfrm>
            <a:off x="1087222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</a:t>
            </a:r>
            <a:endParaRPr lang="en-US" sz="2000" dirty="0"/>
          </a:p>
        </p:txBody>
      </p:sp>
      <p:sp>
        <p:nvSpPr>
          <p:cNvPr id="8" name="s3-c0-texte"/>
          <p:cNvSpPr txBox="1"/>
          <p:nvPr/>
        </p:nvSpPr>
        <p:spPr>
          <a:xfrm>
            <a:off x="1087222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complet,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Playwright.</a:t>
            </a:r>
            <a:endParaRPr lang="en-US" sz="1500" dirty="0"/>
          </a:p>
        </p:txBody>
      </p:sp>
      <p:sp>
        <p:nvSpPr>
          <p:cNvPr id="9" name="s3-c1-forme"/>
          <p:cNvSpPr/>
          <p:nvPr/>
        </p:nvSpPr>
        <p:spPr>
          <a:xfrm>
            <a:off x="4457090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0" name="s3-c1-num"/>
          <p:cNvSpPr txBox="1"/>
          <p:nvPr/>
        </p:nvSpPr>
        <p:spPr>
          <a:xfrm>
            <a:off x="4731410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400" dirty="0"/>
          </a:p>
        </p:txBody>
      </p:sp>
      <p:sp>
        <p:nvSpPr>
          <p:cNvPr id="11" name="s3-c1-titre"/>
          <p:cNvSpPr txBox="1"/>
          <p:nvPr/>
        </p:nvSpPr>
        <p:spPr>
          <a:xfrm>
            <a:off x="4731410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2000" dirty="0"/>
          </a:p>
        </p:txBody>
      </p:sp>
      <p:sp>
        <p:nvSpPr>
          <p:cNvPr id="12" name="s3-c1-texte"/>
          <p:cNvSpPr txBox="1"/>
          <p:nvPr/>
        </p:nvSpPr>
        <p:spPr>
          <a:xfrm>
            <a:off x="4731410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que le client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s'y retrouve seul.</a:t>
            </a:r>
            <a:endParaRPr lang="en-US" sz="1500" dirty="0"/>
          </a:p>
        </p:txBody>
      </p:sp>
      <p:sp>
        <p:nvSpPr>
          <p:cNvPr id="13" name="s3-c2-forme"/>
          <p:cNvSpPr/>
          <p:nvPr/>
        </p:nvSpPr>
        <p:spPr>
          <a:xfrm>
            <a:off x="8101279" y="2377440"/>
            <a:ext cx="3278429" cy="3566160"/>
          </a:xfrm>
          <a:prstGeom prst="roundRect">
            <a:avLst>
              <a:gd name="adj" fmla="val 5020"/>
            </a:avLst>
          </a:prstGeom>
          <a:solidFill>
            <a:srgbClr val="FFFFFF"/>
          </a:solidFill>
          <a:ln w="12700">
            <a:solidFill>
              <a:srgbClr val="D3E3DE"/>
            </a:solidFill>
            <a:prstDash val="solid"/>
          </a:ln>
        </p:spPr>
      </p:sp>
      <p:sp>
        <p:nvSpPr>
          <p:cNvPr id="14" name="s3-c2-num"/>
          <p:cNvSpPr txBox="1"/>
          <p:nvPr/>
        </p:nvSpPr>
        <p:spPr>
          <a:xfrm>
            <a:off x="8375599" y="25603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400" dirty="0"/>
          </a:p>
        </p:txBody>
      </p:sp>
      <p:sp>
        <p:nvSpPr>
          <p:cNvPr id="15" name="s3-c2-titre"/>
          <p:cNvSpPr txBox="1"/>
          <p:nvPr/>
        </p:nvSpPr>
        <p:spPr>
          <a:xfrm>
            <a:off x="8375599" y="3383280"/>
            <a:ext cx="27297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en ligne</a:t>
            </a:r>
            <a:endParaRPr lang="en-US" sz="2000" dirty="0"/>
          </a:p>
        </p:txBody>
      </p:sp>
      <p:sp>
        <p:nvSpPr>
          <p:cNvPr id="16" name="s3-c2-texte"/>
          <p:cNvSpPr txBox="1"/>
          <p:nvPr/>
        </p:nvSpPr>
        <p:spPr>
          <a:xfrm>
            <a:off x="8375599" y="4480560"/>
            <a:ext cx="2729789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Réelle, via Vercel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OVH.</a:t>
            </a:r>
            <a:endParaRPr lang="en-US" sz="15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 DE LA SECTION 5</a:t>
            </a:r>
            <a:endParaRPr lang="en-US" sz="1300" dirty="0"/>
          </a:p>
        </p:txBody>
      </p:sp>
      <p:sp>
        <p:nvSpPr>
          <p:cNvPr id="4" name="s4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signal de passage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la section suivante.</a:t>
            </a:r>
            <a:endParaRPr lang="en-US" sz="3600" dirty="0"/>
          </a:p>
        </p:txBody>
      </p:sp>
      <p:sp>
        <p:nvSpPr>
          <p:cNvPr id="5" name="s4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phases fonctionnent ensemble, testées réellement, sur un projet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montrable à quelqu'un.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5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le module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 ici.</a:t>
            </a:r>
            <a:endParaRPr lang="en-US" sz="3000" dirty="0"/>
          </a:p>
        </p:txBody>
      </p:sp>
      <p:sp>
        <p:nvSpPr>
          <p:cNvPr id="5" name="s5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page de statut ferme la boucle du projet fil rouge.</a:t>
            </a:r>
            <a:endParaRPr lang="en-US" sz="2200" dirty="0"/>
          </a:p>
        </p:txBody>
      </p:sp>
      <p:sp>
        <p:nvSpPr>
          <p:cNvPr id="6" name="s5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livraison finale combine vérification, documentation, mise en ligne.</a:t>
            </a:r>
            <a:endParaRPr lang="en-US" sz="2200" dirty="0"/>
          </a:p>
        </p:txBody>
      </p:sp>
      <p:sp>
        <p:nvSpPr>
          <p:cNvPr id="7" name="s5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synthèse pratique de tout le Module 1.</a:t>
            </a:r>
            <a:endParaRPr lang="en-US" sz="2200" dirty="0"/>
          </a:p>
        </p:txBody>
      </p:sp>
      <p:sp>
        <p:nvSpPr>
          <p:cNvPr id="8" name="s5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section : le Business, préparer une livraison client.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Phase 3, page de statut et livraison finale</dc:title>
  <dc:subject>Vivier IA, Module 1, section 5, chapitre 6</dc:subject>
  <dc:creator>Zézé Bilivogui</dc:creator>
  <cp:lastModifiedBy>Zézé Bilivogui</cp:lastModifiedBy>
  <cp:revision>1</cp:revision>
  <dcterms:created xsi:type="dcterms:W3CDTF">2026-09-22T17:36:55Z</dcterms:created>
  <dcterms:modified xsi:type="dcterms:W3CDTF">2026-09-22T17:36:55Z</dcterms:modified>
</cp:coreProperties>
</file>