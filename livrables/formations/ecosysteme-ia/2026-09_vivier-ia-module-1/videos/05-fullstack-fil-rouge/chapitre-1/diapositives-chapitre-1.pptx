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 Première vidéo de la section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0:16.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0:34. Titre seul, sans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0:51. Un clic par carte (3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2:18.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2:36. Le titre apparaît seul. Puis un clic par point, et un dernier clic pour l'annonce de la prochaine vidéo.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5 · CHAPITRE 1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Lovable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Claude Code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savoir quand passer du prototype à la production.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fil rouge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limite du prototype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relais de Claude Code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POINT DE DÉPART COURANT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 : prototyper une idée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quelques heures.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 concept, montrer une maquette, valider avant d'investir plus de temps.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LA LIMITE APPARAÎT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ou production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objectifs différents, deux outils différents.</a:t>
            </a:r>
            <a:endParaRPr lang="en-US" sz="1800" dirty="0"/>
          </a:p>
        </p:txBody>
      </p:sp>
      <p:sp>
        <p:nvSpPr>
          <p:cNvPr id="6" name="s3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3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PROTOTYPAGE</a:t>
            </a:r>
            <a:endParaRPr lang="en-US" sz="1300" dirty="0"/>
          </a:p>
        </p:txBody>
      </p:sp>
      <p:sp>
        <p:nvSpPr>
          <p:cNvPr id="8" name="s3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Vitesse de démo</a:t>
            </a:r>
            <a:endParaRPr lang="en-US" sz="2400" dirty="0"/>
          </a:p>
        </p:txBody>
      </p:sp>
      <p:sp>
        <p:nvSpPr>
          <p:cNvPr id="9" name="s3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factices,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esthétique.</a:t>
            </a:r>
            <a:endParaRPr lang="en-US" sz="1700" dirty="0"/>
          </a:p>
        </p:txBody>
      </p:sp>
      <p:sp>
        <p:nvSpPr>
          <p:cNvPr id="10" name="s3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3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2" name="s3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Robustesse durable</a:t>
            </a:r>
            <a:endParaRPr lang="en-US" sz="2400" dirty="0"/>
          </a:p>
        </p:txBody>
      </p:sp>
      <p:sp>
        <p:nvSpPr>
          <p:cNvPr id="13" name="s3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réelles, sécurité réelle,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évolutivité.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RELAIS PRIS PAR CLAUDE CODE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garde, ce qu'on reconstruit</a:t>
            </a:r>
            <a:endParaRPr lang="en-US" sz="3000" dirty="0"/>
          </a:p>
        </p:txBody>
      </p:sp>
      <p:sp>
        <p:nvSpPr>
          <p:cNvPr id="5" name="s4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4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4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garde</a:t>
            </a:r>
            <a:endParaRPr lang="en-US" sz="2000" dirty="0"/>
          </a:p>
        </p:txBody>
      </p:sp>
      <p:sp>
        <p:nvSpPr>
          <p:cNvPr id="8" name="s4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validée,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référence visuelle.</a:t>
            </a:r>
            <a:endParaRPr lang="en-US" sz="1500" dirty="0"/>
          </a:p>
        </p:txBody>
      </p:sp>
      <p:sp>
        <p:nvSpPr>
          <p:cNvPr id="9" name="s4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4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4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reconstruit</a:t>
            </a:r>
            <a:endParaRPr lang="en-US" sz="2000" dirty="0"/>
          </a:p>
        </p:txBody>
      </p:sp>
      <p:sp>
        <p:nvSpPr>
          <p:cNvPr id="12" name="s4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extensible.</a:t>
            </a:r>
            <a:endParaRPr lang="en-US" sz="1500" dirty="0"/>
          </a:p>
        </p:txBody>
      </p:sp>
      <p:sp>
        <p:nvSpPr>
          <p:cNvPr id="13" name="s4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4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4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évite</a:t>
            </a:r>
            <a:endParaRPr lang="en-US" sz="2000" dirty="0"/>
          </a:p>
        </p:txBody>
      </p:sp>
      <p:sp>
        <p:nvSpPr>
          <p:cNvPr id="16" name="s4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limites structurelles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outil de démo.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DÉMONSTRATION</a:t>
            </a:r>
            <a:endParaRPr lang="en-US" sz="1300" dirty="0"/>
          </a:p>
        </p:txBody>
      </p:sp>
      <p:sp>
        <p:nvSpPr>
          <p:cNvPr id="4" name="s5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n'est pas une copie visuelle,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une base pensée pour évoluer.</a:t>
            </a:r>
            <a:endParaRPr lang="en-US" sz="3600" dirty="0"/>
          </a:p>
        </p:txBody>
      </p:sp>
      <p:sp>
        <p:nvSpPr>
          <p:cNvPr id="5" name="s5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dossier /alpha-conseil vous suivra sur toute la section 5.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Prototyper vite,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produire solide.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et équivalents : excellents pour prototyper, pas pour produire.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prend le relais pour la production réelle.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confondre validation d'idée et livraison finale.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l'architecture Claude Code + n8n.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Lovable à Claude Code</dc:title>
  <dc:subject>Vivier IA, Module 1, section 5, chapitre 1</dc:subject>
  <dc:creator>Zézé Bilivogui</dc:creator>
  <cp:lastModifiedBy>Zézé Bilivogui</cp:lastModifiedBy>
  <cp:revision>1</cp:revision>
  <dcterms:created xsi:type="dcterms:W3CDTF">2026-09-22T17:01:23Z</dcterms:created>
  <dcterms:modified xsi:type="dcterms:W3CDTF">2026-09-22T17:01:23Z</dcterms:modified>
</cp:coreProperties>
</file>