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0:12.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0:28. Titre seul, sans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2:55. Le titre apparaît seul. Puis un clic par point, et un dernier clic pour l'annonce.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5 · CHAPITRE 5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Phase 2,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suivi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un dashboard qui tient à plus grande échelle.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enjeux différents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notion de scale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Testé à 50 entrées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ENJEUX DIFFÉRENTS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défis de cette phase</a:t>
            </a:r>
            <a:endParaRPr lang="en-US" sz="3000" dirty="0"/>
          </a:p>
        </p:txBody>
      </p:sp>
      <p:sp>
        <p:nvSpPr>
          <p:cNvPr id="5" name="s2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2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2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</a:t>
            </a:r>
            <a:endParaRPr lang="en-US" sz="2000" dirty="0"/>
          </a:p>
        </p:txBody>
      </p:sp>
      <p:sp>
        <p:nvSpPr>
          <p:cNvPr id="8" name="s2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Filtres, recherche,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pertinent.</a:t>
            </a:r>
            <a:endParaRPr lang="en-US" sz="1500" dirty="0"/>
          </a:p>
        </p:txBody>
      </p:sp>
      <p:sp>
        <p:nvSpPr>
          <p:cNvPr id="9" name="s2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2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2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Représenter</a:t>
            </a:r>
            <a:endParaRPr lang="en-US" sz="2000" dirty="0"/>
          </a:p>
        </p:txBody>
      </p:sp>
      <p:sp>
        <p:nvSpPr>
          <p:cNvPr id="12" name="s2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état qui évolue,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historique.</a:t>
            </a:r>
            <a:endParaRPr lang="en-US" sz="1500" dirty="0"/>
          </a:p>
        </p:txBody>
      </p:sp>
      <p:sp>
        <p:nvSpPr>
          <p:cNvPr id="13" name="s2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2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2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Penser l'usage</a:t>
            </a:r>
            <a:endParaRPr lang="en-US" sz="2000" dirty="0"/>
          </a:p>
        </p:txBody>
      </p:sp>
      <p:sp>
        <p:nvSpPr>
          <p:cNvPr id="16" name="s2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Quotidien et répété,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ponctuel.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« SCALE » PREND SON SENS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lignes ou 200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conceptions différentes, pas juste plus de données.</a:t>
            </a:r>
            <a:endParaRPr lang="en-US" sz="1800" dirty="0"/>
          </a:p>
        </p:txBody>
      </p:sp>
      <p:sp>
        <p:nvSpPr>
          <p:cNvPr id="6" name="s3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3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 POUR 10 LIGNES</a:t>
            </a:r>
            <a:endParaRPr lang="en-US" sz="1300" dirty="0"/>
          </a:p>
        </p:txBody>
      </p:sp>
      <p:sp>
        <p:nvSpPr>
          <p:cNvPr id="8" name="s3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pour la démo</a:t>
            </a:r>
            <a:endParaRPr lang="en-US" sz="2400" dirty="0"/>
          </a:p>
        </p:txBody>
      </p:sp>
      <p:sp>
        <p:nvSpPr>
          <p:cNvPr id="9" name="s3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ses limites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volume grandit.</a:t>
            </a:r>
            <a:endParaRPr lang="en-US" sz="1700" dirty="0"/>
          </a:p>
        </p:txBody>
      </p:sp>
      <p:sp>
        <p:nvSpPr>
          <p:cNvPr id="10" name="s3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3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 POUR 200</a:t>
            </a:r>
            <a:endParaRPr lang="en-US" sz="1300" dirty="0"/>
          </a:p>
        </p:txBody>
      </p:sp>
      <p:sp>
        <p:nvSpPr>
          <p:cNvPr id="12" name="s3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Anticipé dès la construction</a:t>
            </a:r>
            <a:endParaRPr lang="en-US" sz="2400" dirty="0"/>
          </a:p>
        </p:txBody>
      </p:sp>
      <p:sp>
        <p:nvSpPr>
          <p:cNvPr id="13" name="s3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une refonte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coûteuse plus tard.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4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Testé à l'échelle,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juste à la démo.</a:t>
            </a:r>
            <a:endParaRPr lang="en-US" sz="3000" dirty="0"/>
          </a:p>
        </p:txBody>
      </p:sp>
      <p:sp>
        <p:nvSpPr>
          <p:cNvPr id="5" name="s4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et suivre les données dans le temps.</a:t>
            </a:r>
            <a:endParaRPr lang="en-US" sz="2200" dirty="0"/>
          </a:p>
        </p:txBody>
      </p:sp>
      <p:sp>
        <p:nvSpPr>
          <p:cNvPr id="6" name="s4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Filtres, recherche, tri, nécessaires dès que le volume grandit.</a:t>
            </a:r>
            <a:endParaRPr lang="en-US" sz="2200" dirty="0"/>
          </a:p>
        </p:txBody>
      </p:sp>
      <p:sp>
        <p:nvSpPr>
          <p:cNvPr id="7" name="s4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la croissance évite une refonte coûteuse.</a:t>
            </a:r>
            <a:endParaRPr lang="en-US" sz="2200" dirty="0"/>
          </a:p>
        </p:txBody>
      </p:sp>
      <p:sp>
        <p:nvSpPr>
          <p:cNvPr id="8" name="s4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Phase 3, la page de statut et la livraison finale.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Phase 2, dashboard de suivi</dc:title>
  <dc:subject>Vivier IA, Module 1, section 5, chapitre 5</dc:subject>
  <dc:creator>Zézé Bilivogui</dc:creator>
  <cp:lastModifiedBy>Zézé Bilivogui</cp:lastModifiedBy>
  <cp:revision>1</cp:revision>
  <dcterms:created xsi:type="dcterms:W3CDTF">2026-09-22T17:27:10Z</dcterms:created>
  <dcterms:modified xsi:type="dcterms:W3CDTF">2026-09-22T17:27:10Z</dcterms:modified>
</cp:coreProperties>
</file>