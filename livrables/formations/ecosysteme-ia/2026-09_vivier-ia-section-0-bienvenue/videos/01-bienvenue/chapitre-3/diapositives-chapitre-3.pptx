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 principe, une installation réelle en direct, puis prêt pour le Module 1. Tout s'anime seul à l'ouverture. Dernier chapitre de la section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0:17.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0:38. Un clic par carte (3 clics). Une interview guidée les remplit, pas besoin de les écrire soi-même.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3:41.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3:59. Le titre apparaît seul. Puis un clic par point, et un dernier clic pour l'annonce. Fin de la section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BIENVENUE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votre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un assistant réel, en une fois.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fonctionne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installation réelle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le Module 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COMMENCER PAR ÇA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espace qui vous connaît,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tout réexpliquer.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suivre cette formation, et bien au-delà si vous le souhaitez.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FICHIERS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n'écrivez rien à la main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vous êtes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vous voulez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qu'on vous parle.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contexte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situation, vos objectifs.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historique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 et décidé.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VOS RÉPONSES SONT IMPARFAITES</a:t>
            </a:r>
            <a:endParaRPr lang="en-US" sz="1300" dirty="0"/>
          </a:p>
        </p:txBody>
      </p:sp>
      <p:sp>
        <p:nvSpPr>
          <p:cNvPr id="4" name="s4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n'est pas grave,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n'est figé.</a:t>
            </a:r>
            <a:endParaRPr lang="en-US" sz="3600" dirty="0"/>
          </a:p>
        </p:txBody>
      </p:sp>
      <p:sp>
        <p:nvSpPr>
          <p:cNvPr id="5" name="s4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se corrige et s'enrichit au fil de la formation, comme des notes personnelles.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5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êtes prêt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Module 1.</a:t>
            </a:r>
            <a:endParaRPr lang="en-US" sz="3000" dirty="0"/>
          </a:p>
        </p:txBody>
      </p:sp>
      <p:sp>
        <p:nvSpPr>
          <p:cNvPr id="5" name="s5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fichiers suffisent : qui vous êtes, votre contexte, votre historique.</a:t>
            </a:r>
            <a:endParaRPr lang="en-US" sz="2200" dirty="0"/>
          </a:p>
        </p:txBody>
      </p:sp>
      <p:sp>
        <p:nvSpPr>
          <p:cNvPr id="6" name="s5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interview guidée les remplit pour vous.</a:t>
            </a:r>
            <a:endParaRPr lang="en-US" sz="2200" dirty="0"/>
          </a:p>
        </p:txBody>
      </p:sp>
      <p:sp>
        <p:nvSpPr>
          <p:cNvPr id="7" name="s5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figé : ça s'enrichit au fil de la formation.</a:t>
            </a:r>
            <a:endParaRPr lang="en-US" sz="2200" dirty="0"/>
          </a:p>
        </p:txBody>
      </p:sp>
      <p:sp>
        <p:nvSpPr>
          <p:cNvPr id="8" name="s5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Module 1, la fondation de tout le programme.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Installer votre assistant personnel</dc:title>
  <dc:subject>Vivier IA, Section 0, chapitre 3</dc:subject>
  <dc:creator>Zézé Bilivogui</dc:creator>
  <cp:lastModifiedBy>Zézé Bilivogui</cp:lastModifiedBy>
  <cp:revision>1</cp:revision>
  <dcterms:created xsi:type="dcterms:W3CDTF">2026-09-22T07:30:06Z</dcterms:created>
  <dcterms:modified xsi:type="dcterms:W3CDTF">2026-09-22T07:30:06Z</dcterms:modified>
</cp:coreProperties>
</file>