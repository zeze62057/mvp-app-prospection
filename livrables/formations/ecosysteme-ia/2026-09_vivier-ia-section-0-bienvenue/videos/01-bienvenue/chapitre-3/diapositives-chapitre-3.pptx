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0:00. Accroche et annonce du plan : le principe, une installation réelle en direct, puis prêt pour le Module 1. Tout s'anime seul à l'ouverture. Dernier chapitre de la section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0:17. La phrase apparaît seule, puis un clic pour l'appui.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0:38. Un clic par carte (3 clics). Une interview guidée les remplit, pas besoin de les écrire soi-même.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3:48. La phrase apparaît seule, puis un clic pour l'appui.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4:06. Le titre apparaît seul. Puis un clic par point, et un dernier clic pour l'annonce. Fin de la section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5074920"/>
            <a:ext cx="2103120" cy="1240003"/>
          </a:xfrm>
          <a:prstGeom prst="rect">
            <a:avLst/>
          </a:prstGeom>
        </p:spPr>
      </p:pic>
      <p:sp>
        <p:nvSpPr>
          <p:cNvPr id="3" name="s1-surtitre"/>
          <p:cNvSpPr txBox="1"/>
          <p:nvPr/>
        </p:nvSpPr>
        <p:spPr>
          <a:xfrm>
            <a:off x="5843016" y="100584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VIVIER IA · BIENVENUE · CHAPITRE 3</a:t>
            </a:r>
            <a:endParaRPr lang="en-US" sz="1300" dirty="0"/>
          </a:p>
        </p:txBody>
      </p:sp>
      <p:sp>
        <p:nvSpPr>
          <p:cNvPr id="4" name="s1-titre"/>
          <p:cNvSpPr txBox="1"/>
          <p:nvPr/>
        </p:nvSpPr>
        <p:spPr>
          <a:xfrm>
            <a:off x="5843016" y="1691640"/>
            <a:ext cx="5532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Installer votre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personnel</a:t>
            </a:r>
            <a:endParaRPr lang="en-US" sz="3400" dirty="0"/>
          </a:p>
        </p:txBody>
      </p:sp>
      <p:sp>
        <p:nvSpPr>
          <p:cNvPr id="5" name="s1-objectif"/>
          <p:cNvSpPr txBox="1"/>
          <p:nvPr/>
        </p:nvSpPr>
        <p:spPr>
          <a:xfrm>
            <a:off x="5843016" y="3429000"/>
            <a:ext cx="5532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 : un assistant réel, en une fois.</a:t>
            </a:r>
            <a:endParaRPr lang="en-US" sz="1700" dirty="0"/>
          </a:p>
        </p:txBody>
      </p:sp>
      <p:sp>
        <p:nvSpPr>
          <p:cNvPr id="6" name="s1-pastille-0"/>
          <p:cNvSpPr/>
          <p:nvPr/>
        </p:nvSpPr>
        <p:spPr>
          <a:xfrm>
            <a:off x="5843016" y="452628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1D4A43"/>
          </a:solidFill>
          <a:ln/>
        </p:spPr>
        <p:txBody>
          <a:bodyPr wrap="square" lIns="127000" tIns="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ça fonctionne</a:t>
            </a:r>
            <a:endParaRPr lang="en-US" sz="1400" dirty="0"/>
          </a:p>
        </p:txBody>
      </p:sp>
      <p:sp>
        <p:nvSpPr>
          <p:cNvPr id="7" name="s1-pastille-1"/>
          <p:cNvSpPr/>
          <p:nvPr/>
        </p:nvSpPr>
        <p:spPr>
          <a:xfrm>
            <a:off x="5843016" y="516636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D4A43"/>
          </a:solidFill>
          <a:ln/>
        </p:spPr>
        <p:txBody>
          <a:bodyPr wrap="square" lIns="127000" tIns="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installation réelle</a:t>
            </a:r>
            <a:endParaRPr lang="en-US" sz="1400" dirty="0"/>
          </a:p>
        </p:txBody>
      </p:sp>
      <p:sp>
        <p:nvSpPr>
          <p:cNvPr id="8" name="s1-pastille-2"/>
          <p:cNvSpPr/>
          <p:nvPr/>
        </p:nvSpPr>
        <p:spPr>
          <a:xfrm>
            <a:off x="5843016" y="58064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1D4A43"/>
          </a:solidFill>
          <a:ln/>
        </p:spPr>
        <p:txBody>
          <a:bodyPr wrap="square" lIns="127000" tIns="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Prêt pour le Module 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COMMENCER PAR ÇA</a:t>
            </a:r>
            <a:endParaRPr lang="en-US" sz="1300" dirty="0"/>
          </a:p>
        </p:txBody>
      </p:sp>
      <p:sp>
        <p:nvSpPr>
          <p:cNvPr id="4" name="s2-enonce"/>
          <p:cNvSpPr txBox="1"/>
          <p:nvPr/>
        </p:nvSpPr>
        <p:spPr>
          <a:xfrm>
            <a:off x="812902" y="2011680"/>
            <a:ext cx="9692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espace qui vous connaît,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tout réexpliquer.</a:t>
            </a:r>
            <a:endParaRPr lang="en-US" sz="3600" dirty="0"/>
          </a:p>
        </p:txBody>
      </p:sp>
      <p:sp>
        <p:nvSpPr>
          <p:cNvPr id="5" name="s2-appui"/>
          <p:cNvSpPr txBox="1"/>
          <p:nvPr/>
        </p:nvSpPr>
        <p:spPr>
          <a:xfrm>
            <a:off x="812902" y="438912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pour suivre cette formation, et bien au-delà si vous le souhaitez.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FICHIERS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12902" y="123444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n'écrivez rien à la main</a:t>
            </a:r>
            <a:endParaRPr lang="en-US" sz="3000" dirty="0"/>
          </a:p>
        </p:txBody>
      </p:sp>
      <p:sp>
        <p:nvSpPr>
          <p:cNvPr id="5" name="s3-c0-forme"/>
          <p:cNvSpPr/>
          <p:nvPr/>
        </p:nvSpPr>
        <p:spPr>
          <a:xfrm>
            <a:off x="812902" y="2377440"/>
            <a:ext cx="3278429" cy="3566160"/>
          </a:xfrm>
          <a:prstGeom prst="roundRect">
            <a:avLst>
              <a:gd name="adj" fmla="val 5020"/>
            </a:avLst>
          </a:prstGeom>
          <a:solidFill>
            <a:srgbClr val="FFFFFF"/>
          </a:solidFill>
          <a:ln w="12700">
            <a:solidFill>
              <a:srgbClr val="D3E3DE"/>
            </a:solidFill>
            <a:prstDash val="solid"/>
          </a:ln>
        </p:spPr>
      </p:sp>
      <p:sp>
        <p:nvSpPr>
          <p:cNvPr id="6" name="s3-c0-num"/>
          <p:cNvSpPr txBox="1"/>
          <p:nvPr/>
        </p:nvSpPr>
        <p:spPr>
          <a:xfrm>
            <a:off x="1087222" y="25603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3-c0-titre"/>
          <p:cNvSpPr txBox="1"/>
          <p:nvPr/>
        </p:nvSpPr>
        <p:spPr>
          <a:xfrm>
            <a:off x="1087222" y="3383280"/>
            <a:ext cx="272978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vous êtes</a:t>
            </a:r>
            <a:endParaRPr lang="en-US" sz="2000" dirty="0"/>
          </a:p>
        </p:txBody>
      </p:sp>
      <p:sp>
        <p:nvSpPr>
          <p:cNvPr id="8" name="s3-c0-texte"/>
          <p:cNvSpPr txBox="1"/>
          <p:nvPr/>
        </p:nvSpPr>
        <p:spPr>
          <a:xfrm>
            <a:off x="1087222" y="4480560"/>
            <a:ext cx="27297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vous voulez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qu'on vous parle.</a:t>
            </a:r>
            <a:endParaRPr lang="en-US" sz="1500" dirty="0"/>
          </a:p>
        </p:txBody>
      </p:sp>
      <p:sp>
        <p:nvSpPr>
          <p:cNvPr id="9" name="s3-c1-forme"/>
          <p:cNvSpPr/>
          <p:nvPr/>
        </p:nvSpPr>
        <p:spPr>
          <a:xfrm>
            <a:off x="4457090" y="2377440"/>
            <a:ext cx="3278429" cy="3566160"/>
          </a:xfrm>
          <a:prstGeom prst="roundRect">
            <a:avLst>
              <a:gd name="adj" fmla="val 5020"/>
            </a:avLst>
          </a:prstGeom>
          <a:solidFill>
            <a:srgbClr val="FFFFFF"/>
          </a:solidFill>
          <a:ln w="12700">
            <a:solidFill>
              <a:srgbClr val="D3E3DE"/>
            </a:solidFill>
            <a:prstDash val="solid"/>
          </a:ln>
        </p:spPr>
      </p:sp>
      <p:sp>
        <p:nvSpPr>
          <p:cNvPr id="10" name="s3-c1-num"/>
          <p:cNvSpPr txBox="1"/>
          <p:nvPr/>
        </p:nvSpPr>
        <p:spPr>
          <a:xfrm>
            <a:off x="4731410" y="25603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s3-c1-titre"/>
          <p:cNvSpPr txBox="1"/>
          <p:nvPr/>
        </p:nvSpPr>
        <p:spPr>
          <a:xfrm>
            <a:off x="4731410" y="3383280"/>
            <a:ext cx="272978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contexte</a:t>
            </a:r>
            <a:endParaRPr lang="en-US" sz="2000" dirty="0"/>
          </a:p>
        </p:txBody>
      </p:sp>
      <p:sp>
        <p:nvSpPr>
          <p:cNvPr id="12" name="s3-c1-texte"/>
          <p:cNvSpPr txBox="1"/>
          <p:nvPr/>
        </p:nvSpPr>
        <p:spPr>
          <a:xfrm>
            <a:off x="4731410" y="4480560"/>
            <a:ext cx="27297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situation, vos objectifs.</a:t>
            </a:r>
            <a:endParaRPr lang="en-US" sz="1500" dirty="0"/>
          </a:p>
        </p:txBody>
      </p:sp>
      <p:sp>
        <p:nvSpPr>
          <p:cNvPr id="13" name="s3-c2-forme"/>
          <p:cNvSpPr/>
          <p:nvPr/>
        </p:nvSpPr>
        <p:spPr>
          <a:xfrm>
            <a:off x="8101279" y="2377440"/>
            <a:ext cx="3278429" cy="3566160"/>
          </a:xfrm>
          <a:prstGeom prst="roundRect">
            <a:avLst>
              <a:gd name="adj" fmla="val 5020"/>
            </a:avLst>
          </a:prstGeom>
          <a:solidFill>
            <a:srgbClr val="FFFFFF"/>
          </a:solidFill>
          <a:ln w="12700">
            <a:solidFill>
              <a:srgbClr val="D3E3DE"/>
            </a:solidFill>
            <a:prstDash val="solid"/>
          </a:ln>
        </p:spPr>
      </p:sp>
      <p:sp>
        <p:nvSpPr>
          <p:cNvPr id="14" name="s3-c2-num"/>
          <p:cNvSpPr txBox="1"/>
          <p:nvPr/>
        </p:nvSpPr>
        <p:spPr>
          <a:xfrm>
            <a:off x="8375599" y="25603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s3-c2-titre"/>
          <p:cNvSpPr txBox="1"/>
          <p:nvPr/>
        </p:nvSpPr>
        <p:spPr>
          <a:xfrm>
            <a:off x="8375599" y="3383280"/>
            <a:ext cx="272978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historique</a:t>
            </a:r>
            <a:endParaRPr lang="en-US" sz="2000" dirty="0"/>
          </a:p>
        </p:txBody>
      </p:sp>
      <p:sp>
        <p:nvSpPr>
          <p:cNvPr id="16" name="s3-c2-texte"/>
          <p:cNvSpPr txBox="1"/>
          <p:nvPr/>
        </p:nvSpPr>
        <p:spPr>
          <a:xfrm>
            <a:off x="8375599" y="4480560"/>
            <a:ext cx="27297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a été fait et décidé.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VOS RÉPONSES SONT IMPARFAITES</a:t>
            </a:r>
            <a:endParaRPr lang="en-US" sz="1300" dirty="0"/>
          </a:p>
        </p:txBody>
      </p:sp>
      <p:sp>
        <p:nvSpPr>
          <p:cNvPr id="4" name="s4-enonce"/>
          <p:cNvSpPr txBox="1"/>
          <p:nvPr/>
        </p:nvSpPr>
        <p:spPr>
          <a:xfrm>
            <a:off x="812902" y="2011680"/>
            <a:ext cx="9692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n'est pas grave,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n'est figé.</a:t>
            </a:r>
            <a:endParaRPr lang="en-US" sz="3600" dirty="0"/>
          </a:p>
        </p:txBody>
      </p:sp>
      <p:sp>
        <p:nvSpPr>
          <p:cNvPr id="5" name="s4-appui"/>
          <p:cNvSpPr txBox="1"/>
          <p:nvPr/>
        </p:nvSpPr>
        <p:spPr>
          <a:xfrm>
            <a:off x="812902" y="438912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se corrige et s'enrichit au fil de la formation, comme des notes personnelles.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300" dirty="0"/>
          </a:p>
        </p:txBody>
      </p:sp>
      <p:sp>
        <p:nvSpPr>
          <p:cNvPr id="4" name="s5-titre"/>
          <p:cNvSpPr txBox="1"/>
          <p:nvPr/>
        </p:nvSpPr>
        <p:spPr>
          <a:xfrm>
            <a:off x="812902" y="137160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êtes prêt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 Module 1.</a:t>
            </a:r>
            <a:endParaRPr lang="en-US" sz="3000" dirty="0"/>
          </a:p>
        </p:txBody>
      </p:sp>
      <p:sp>
        <p:nvSpPr>
          <p:cNvPr id="5" name="s5-point-0"/>
          <p:cNvSpPr txBox="1"/>
          <p:nvPr/>
        </p:nvSpPr>
        <p:spPr>
          <a:xfrm>
            <a:off x="812902" y="29718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fichiers suffisent : qui vous êtes, votre contexte, votre historique.</a:t>
            </a:r>
            <a:endParaRPr lang="en-US" sz="2200" dirty="0"/>
          </a:p>
        </p:txBody>
      </p:sp>
      <p:sp>
        <p:nvSpPr>
          <p:cNvPr id="6" name="s5-point-1"/>
          <p:cNvSpPr txBox="1"/>
          <p:nvPr/>
        </p:nvSpPr>
        <p:spPr>
          <a:xfrm>
            <a:off x="812902" y="3703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interview guidée les remplit pour vous.</a:t>
            </a:r>
            <a:endParaRPr lang="en-US" sz="2200" dirty="0"/>
          </a:p>
        </p:txBody>
      </p:sp>
      <p:sp>
        <p:nvSpPr>
          <p:cNvPr id="7" name="s5-point-2"/>
          <p:cNvSpPr txBox="1"/>
          <p:nvPr/>
        </p:nvSpPr>
        <p:spPr>
          <a:xfrm>
            <a:off x="812902" y="4434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n'est pas figé : ça s'enrichit au fil de la formation.</a:t>
            </a:r>
            <a:endParaRPr lang="en-US" sz="2200" dirty="0"/>
          </a:p>
        </p:txBody>
      </p:sp>
      <p:sp>
        <p:nvSpPr>
          <p:cNvPr id="8" name="s5-final"/>
          <p:cNvSpPr/>
          <p:nvPr/>
        </p:nvSpPr>
        <p:spPr>
          <a:xfrm>
            <a:off x="812902" y="5212080"/>
            <a:ext cx="10566806" cy="868680"/>
          </a:xfrm>
          <a:prstGeom prst="roundRect">
            <a:avLst>
              <a:gd name="adj" fmla="val 21053"/>
            </a:avLst>
          </a:prstGeom>
          <a:solidFill>
            <a:srgbClr val="FF7A4D"/>
          </a:solidFill>
          <a:ln/>
        </p:spPr>
        <p:txBody>
          <a:bodyPr wrap="square" lIns="127000" tIns="0" rIns="12700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 vidéo : Module 1, la fondation de tout le programme.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Vivier 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Installer votre assistant personnel</dc:title>
  <dc:subject>Vivier IA, Section 0, chapitre 3</dc:subject>
  <dc:creator>Zézé Bilivogui</dc:creator>
  <cp:lastModifiedBy>Zézé Bilivogui</cp:lastModifiedBy>
  <cp:revision>1</cp:revision>
  <dcterms:created xsi:type="dcterms:W3CDTF">2026-09-22T02:05:17Z</dcterms:created>
  <dcterms:modified xsi:type="dcterms:W3CDTF">2026-09-22T02:05:17Z</dcterms:modified>
</cp:coreProperties>
</file>