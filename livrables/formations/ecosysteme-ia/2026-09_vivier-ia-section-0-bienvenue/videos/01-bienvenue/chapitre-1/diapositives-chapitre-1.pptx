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ce que Vivier IA cherche à faire, les 5 modules, et comment vivre la formation. Tout s'anime seul à l'ouverture. C'est la toute première vidéo du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0:16. La phrase apparaît seule, puis un clic pour l'appui. Ça change ce qu'on attend de l'élève : pratiquer, pas seulement regarder.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0:36. Clic 1 : la carte « Cours classique ». Clic 2 : la carte « Vivier IA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0:54 (rangée 1, puis clic pour la rangée 2) et 1:18 (aucun nouveau clic, la diapositive reste affichée). Ordre pensé pour construire une base avant l'usage commercial, pas une règle rigide.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1:36. Un clic par carte (3 clics). La plateforme est construite autour de cette communauté, pas seulement autour des vidéos.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1:55. Le titre apparaît seul. Puis un clic par point, et un dernier clic pour l'annonce de la prochaine vidéo (Section 0, chapitre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BIENVENUE · CHAPITRE 1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formation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savoir où vous mettez les pieds.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ça vise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403336" y="45262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5 modules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vous la vivez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L'AMBITION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et recruter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meilleurs.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vivier de talents, pas seulement un public qui consomme du contenu.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ON APPREND ICI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L'outil s'apprend en le pratiquant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utilise ce qu'elle enseigne.</a:t>
            </a:r>
            <a:endParaRPr lang="en-US" sz="1800" dirty="0"/>
          </a:p>
        </p:txBody>
      </p:sp>
      <p:sp>
        <p:nvSpPr>
          <p:cNvPr id="6" name="s3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3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CLASSIQUE</a:t>
            </a:r>
            <a:endParaRPr lang="en-US" sz="1300" dirty="0"/>
          </a:p>
        </p:txBody>
      </p:sp>
      <p:sp>
        <p:nvSpPr>
          <p:cNvPr id="8" name="s3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regarde</a:t>
            </a:r>
            <a:endParaRPr lang="en-US" sz="2400" dirty="0"/>
          </a:p>
        </p:txBody>
      </p:sp>
      <p:sp>
        <p:nvSpPr>
          <p:cNvPr id="9" name="s3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on espère se souvenir plus tard.</a:t>
            </a:r>
            <a:endParaRPr lang="en-US" sz="1700" dirty="0"/>
          </a:p>
        </p:txBody>
      </p:sp>
      <p:sp>
        <p:nvSpPr>
          <p:cNvPr id="10" name="s3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3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</a:t>
            </a:r>
            <a:endParaRPr lang="en-US" sz="1300" dirty="0"/>
          </a:p>
        </p:txBody>
      </p:sp>
      <p:sp>
        <p:nvSpPr>
          <p:cNvPr id="12" name="s3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pratique</a:t>
            </a:r>
            <a:endParaRPr lang="en-US" sz="2400" dirty="0"/>
          </a:p>
        </p:txBody>
      </p:sp>
      <p:sp>
        <p:nvSpPr>
          <p:cNvPr id="13" name="s3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Claude Code, dès le premier jour.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PROGRAMME</a:t>
            </a:r>
            <a:endParaRPr lang="en-US" sz="1300" dirty="0"/>
          </a:p>
        </p:txBody>
      </p:sp>
      <p:sp>
        <p:nvSpPr>
          <p:cNvPr id="4" name="s4-r0-etiquette"/>
          <p:cNvSpPr txBox="1"/>
          <p:nvPr/>
        </p:nvSpPr>
        <p:spPr>
          <a:xfrm>
            <a:off x="812902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FONDATIONS</a:t>
            </a:r>
            <a:endParaRPr lang="en-US" sz="1300" dirty="0"/>
          </a:p>
        </p:txBody>
      </p:sp>
      <p:sp>
        <p:nvSpPr>
          <p:cNvPr id="5" name="s4-r0-b0"/>
          <p:cNvSpPr/>
          <p:nvPr/>
        </p:nvSpPr>
        <p:spPr>
          <a:xfrm>
            <a:off x="812902" y="1874520"/>
            <a:ext cx="3247465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Claude Code</a:t>
            </a:r>
            <a:endParaRPr lang="en-US" sz="2200" dirty="0"/>
          </a:p>
        </p:txBody>
      </p:sp>
      <p:sp>
        <p:nvSpPr>
          <p:cNvPr id="6" name="s4-r0-f0"/>
          <p:cNvSpPr/>
          <p:nvPr/>
        </p:nvSpPr>
        <p:spPr>
          <a:xfrm>
            <a:off x="4288966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7" name="s4-r0-b1"/>
          <p:cNvSpPr/>
          <p:nvPr/>
        </p:nvSpPr>
        <p:spPr>
          <a:xfrm>
            <a:off x="5065534" y="1874520"/>
            <a:ext cx="2010335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n8n</a:t>
            </a:r>
            <a:endParaRPr lang="en-US" sz="2200" dirty="0"/>
          </a:p>
        </p:txBody>
      </p:sp>
      <p:sp>
        <p:nvSpPr>
          <p:cNvPr id="8" name="s4-r0-f1"/>
          <p:cNvSpPr/>
          <p:nvPr/>
        </p:nvSpPr>
        <p:spPr>
          <a:xfrm>
            <a:off x="7304469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9" name="s4-r0-b2"/>
          <p:cNvSpPr/>
          <p:nvPr/>
        </p:nvSpPr>
        <p:spPr>
          <a:xfrm>
            <a:off x="8081037" y="1874520"/>
            <a:ext cx="3247465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Business IA</a:t>
            </a:r>
            <a:endParaRPr lang="en-US" sz="2200" dirty="0"/>
          </a:p>
        </p:txBody>
      </p:sp>
      <p:sp>
        <p:nvSpPr>
          <p:cNvPr id="10" name="s4-r1-etiquette"/>
          <p:cNvSpPr txBox="1"/>
          <p:nvPr/>
        </p:nvSpPr>
        <p:spPr>
          <a:xfrm>
            <a:off x="812902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SPÉCIALISATION</a:t>
            </a:r>
            <a:endParaRPr lang="en-US" sz="1300" dirty="0"/>
          </a:p>
        </p:txBody>
      </p:sp>
      <p:sp>
        <p:nvSpPr>
          <p:cNvPr id="11" name="s4-r1-b0"/>
          <p:cNvSpPr/>
          <p:nvPr/>
        </p:nvSpPr>
        <p:spPr>
          <a:xfrm>
            <a:off x="812902" y="3611880"/>
            <a:ext cx="384048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RGPD / AI Act</a:t>
            </a:r>
            <a:endParaRPr lang="en-US" sz="2200" dirty="0"/>
          </a:p>
        </p:txBody>
      </p:sp>
      <p:sp>
        <p:nvSpPr>
          <p:cNvPr id="12" name="s4-r1-f0"/>
          <p:cNvSpPr/>
          <p:nvPr/>
        </p:nvSpPr>
        <p:spPr>
          <a:xfrm>
            <a:off x="4881982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3" name="s4-r1-b1"/>
          <p:cNvSpPr/>
          <p:nvPr/>
        </p:nvSpPr>
        <p:spPr>
          <a:xfrm>
            <a:off x="5842102" y="3611880"/>
            <a:ext cx="310896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Lemlist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VOUS LA VIVEZ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seul devant un écran</a:t>
            </a:r>
            <a:endParaRPr lang="en-US" sz="3000" dirty="0"/>
          </a:p>
        </p:txBody>
      </p:sp>
      <p:sp>
        <p:nvSpPr>
          <p:cNvPr id="5" name="s5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5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5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Communauté gratuite</a:t>
            </a:r>
            <a:endParaRPr lang="en-US" sz="2000" dirty="0"/>
          </a:p>
        </p:txBody>
      </p:sp>
      <p:sp>
        <p:nvSpPr>
          <p:cNvPr id="8" name="s5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découvrir, sans engagement.</a:t>
            </a:r>
            <a:endParaRPr lang="en-US" sz="1500" dirty="0"/>
          </a:p>
        </p:txBody>
      </p:sp>
      <p:sp>
        <p:nvSpPr>
          <p:cNvPr id="9" name="s5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5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5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Communauté payante</a:t>
            </a:r>
            <a:endParaRPr lang="en-US" sz="2000" dirty="0"/>
          </a:p>
        </p:txBody>
      </p:sp>
      <p:sp>
        <p:nvSpPr>
          <p:cNvPr id="12" name="s5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et échanges avec d'autres élèves.</a:t>
            </a:r>
            <a:endParaRPr lang="en-US" sz="1500" dirty="0"/>
          </a:p>
        </p:txBody>
      </p:sp>
      <p:sp>
        <p:nvSpPr>
          <p:cNvPr id="13" name="s5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5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5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progression</a:t>
            </a:r>
            <a:endParaRPr lang="en-US" sz="2000" dirty="0"/>
          </a:p>
        </p:txBody>
      </p:sp>
      <p:sp>
        <p:nvSpPr>
          <p:cNvPr id="16" name="s5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Suivie module après module.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et recruter,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juste informer.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modules, dans un ordre pensé, mais pas rigide.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utilise l'outil qu'elle enseigne, dès le premier jour.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formation vécue en communauté, avec une vraie progression.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comment bien suivre cette formation.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 la formation</dc:title>
  <dc:subject>Vivier IA, Section 0, chapitre 1</dc:subject>
  <dc:creator>Zézé Bilivogui</dc:creator>
  <cp:lastModifiedBy>Zézé Bilivogui</cp:lastModifiedBy>
  <cp:revision>1</cp:revision>
  <dcterms:created xsi:type="dcterms:W3CDTF">2026-09-22T01:57:16Z</dcterms:created>
  <dcterms:modified xsi:type="dcterms:W3CDTF">2026-09-22T01:57:16Z</dcterms:modified>
</cp:coreProperties>
</file>